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2"/>
  </p:notesMasterIdLst>
  <p:sldIdLst>
    <p:sldId id="320" r:id="rId5"/>
    <p:sldId id="325" r:id="rId6"/>
    <p:sldId id="326" r:id="rId7"/>
    <p:sldId id="322" r:id="rId8"/>
    <p:sldId id="328" r:id="rId9"/>
    <p:sldId id="323" r:id="rId10"/>
    <p:sldId id="329"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D097"/>
    <a:srgbClr val="B7E0E7"/>
    <a:srgbClr val="57B9AD"/>
    <a:srgbClr val="E6A4BB"/>
    <a:srgbClr val="F01B79"/>
    <a:srgbClr val="209DFA"/>
    <a:srgbClr val="FFCE30"/>
    <a:srgbClr val="FC3F43"/>
    <a:srgbClr val="C8E0DC"/>
    <a:srgbClr val="5C66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C95A0A-3336-4041-851E-E9C6A2099D66}" v="11" dt="2026-04-30T11:08:49.316"/>
    <p1510:client id="{DC0105CD-B51A-49D8-941D-FC1E8F5A75B0}" v="11" dt="2026-04-30T16:17:02.69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94"/>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TX M" userId="5b8c7f6dce3112b7" providerId="LiveId" clId="{A503F345-45D1-433B-9443-067FD45191F8}"/>
    <pc:docChg chg="undo custSel addSld delSld modSld sldOrd">
      <pc:chgData name="MTX M" userId="5b8c7f6dce3112b7" providerId="LiveId" clId="{A503F345-45D1-433B-9443-067FD45191F8}" dt="2026-04-30T16:20:07.981" v="580" actId="2696"/>
      <pc:docMkLst>
        <pc:docMk/>
      </pc:docMkLst>
      <pc:sldChg chg="del">
        <pc:chgData name="MTX M" userId="5b8c7f6dce3112b7" providerId="LiveId" clId="{A503F345-45D1-433B-9443-067FD45191F8}" dt="2026-04-30T16:20:07.981" v="580" actId="2696"/>
        <pc:sldMkLst>
          <pc:docMk/>
          <pc:sldMk cId="1252365608" sldId="321"/>
        </pc:sldMkLst>
      </pc:sldChg>
      <pc:sldChg chg="modSp mod">
        <pc:chgData name="MTX M" userId="5b8c7f6dce3112b7" providerId="LiveId" clId="{A503F345-45D1-433B-9443-067FD45191F8}" dt="2026-04-30T16:11:06.161" v="49" actId="14826"/>
        <pc:sldMkLst>
          <pc:docMk/>
          <pc:sldMk cId="1418700250" sldId="322"/>
        </pc:sldMkLst>
        <pc:spChg chg="mod">
          <ac:chgData name="MTX M" userId="5b8c7f6dce3112b7" providerId="LiveId" clId="{A503F345-45D1-433B-9443-067FD45191F8}" dt="2026-04-30T16:08:28.433" v="46" actId="20577"/>
          <ac:spMkLst>
            <pc:docMk/>
            <pc:sldMk cId="1418700250" sldId="322"/>
            <ac:spMk id="7" creationId="{9DE31A46-006C-1602-05DD-19D804080F2C}"/>
          </ac:spMkLst>
        </pc:spChg>
        <pc:picChg chg="mod">
          <ac:chgData name="MTX M" userId="5b8c7f6dce3112b7" providerId="LiveId" clId="{A503F345-45D1-433B-9443-067FD45191F8}" dt="2026-04-30T16:10:16.155" v="48" actId="14826"/>
          <ac:picMkLst>
            <pc:docMk/>
            <pc:sldMk cId="1418700250" sldId="322"/>
            <ac:picMk id="13" creationId="{2D2580F8-CE99-1D9F-C9DD-A141CB2D7CC9}"/>
          </ac:picMkLst>
        </pc:picChg>
        <pc:picChg chg="mod">
          <ac:chgData name="MTX M" userId="5b8c7f6dce3112b7" providerId="LiveId" clId="{A503F345-45D1-433B-9443-067FD45191F8}" dt="2026-04-30T16:11:06.161" v="49" actId="14826"/>
          <ac:picMkLst>
            <pc:docMk/>
            <pc:sldMk cId="1418700250" sldId="322"/>
            <ac:picMk id="14" creationId="{CE8E937C-BDA9-D138-A249-7D6BE49FAC3E}"/>
          </ac:picMkLst>
        </pc:picChg>
        <pc:picChg chg="mod">
          <ac:chgData name="MTX M" userId="5b8c7f6dce3112b7" providerId="LiveId" clId="{A503F345-45D1-433B-9443-067FD45191F8}" dt="2026-04-30T16:08:20.530" v="34" actId="1076"/>
          <ac:picMkLst>
            <pc:docMk/>
            <pc:sldMk cId="1418700250" sldId="322"/>
            <ac:picMk id="16" creationId="{3D8FF88E-D86B-BECF-A456-809CC887E32D}"/>
          </ac:picMkLst>
        </pc:picChg>
      </pc:sldChg>
      <pc:sldChg chg="addSp delSp modSp mod ord">
        <pc:chgData name="MTX M" userId="5b8c7f6dce3112b7" providerId="LiveId" clId="{A503F345-45D1-433B-9443-067FD45191F8}" dt="2026-04-30T16:18:57.603" v="574" actId="313"/>
        <pc:sldMkLst>
          <pc:docMk/>
          <pc:sldMk cId="3008335079" sldId="323"/>
        </pc:sldMkLst>
        <pc:spChg chg="add del mod">
          <ac:chgData name="MTX M" userId="5b8c7f6dce3112b7" providerId="LiveId" clId="{A503F345-45D1-433B-9443-067FD45191F8}" dt="2026-04-30T16:11:29.216" v="51" actId="478"/>
          <ac:spMkLst>
            <pc:docMk/>
            <pc:sldMk cId="3008335079" sldId="323"/>
            <ac:spMk id="4" creationId="{588C0252-28FA-4A97-9AC5-0ABC60C4EE01}"/>
          </ac:spMkLst>
        </pc:spChg>
        <pc:spChg chg="mod">
          <ac:chgData name="MTX M" userId="5b8c7f6dce3112b7" providerId="LiveId" clId="{A503F345-45D1-433B-9443-067FD45191F8}" dt="2026-04-30T16:15:56.781" v="140" actId="20577"/>
          <ac:spMkLst>
            <pc:docMk/>
            <pc:sldMk cId="3008335079" sldId="323"/>
            <ac:spMk id="6" creationId="{616DEAC3-8FFC-399B-79BB-D1636D178569}"/>
          </ac:spMkLst>
        </pc:spChg>
        <pc:spChg chg="add del mod">
          <ac:chgData name="MTX M" userId="5b8c7f6dce3112b7" providerId="LiveId" clId="{A503F345-45D1-433B-9443-067FD45191F8}" dt="2026-04-30T16:11:36.479" v="55" actId="478"/>
          <ac:spMkLst>
            <pc:docMk/>
            <pc:sldMk cId="3008335079" sldId="323"/>
            <ac:spMk id="7" creationId="{C9B4960A-AC1B-C0AA-2C9E-DB222D093C6C}"/>
          </ac:spMkLst>
        </pc:spChg>
        <pc:spChg chg="add del mod">
          <ac:chgData name="MTX M" userId="5b8c7f6dce3112b7" providerId="LiveId" clId="{A503F345-45D1-433B-9443-067FD45191F8}" dt="2026-04-30T16:11:35.032" v="54" actId="478"/>
          <ac:spMkLst>
            <pc:docMk/>
            <pc:sldMk cId="3008335079" sldId="323"/>
            <ac:spMk id="12" creationId="{0AEA2264-1C76-A6F5-BF22-9BD8BFAEC654}"/>
          </ac:spMkLst>
        </pc:spChg>
        <pc:spChg chg="add mod">
          <ac:chgData name="MTX M" userId="5b8c7f6dce3112b7" providerId="LiveId" clId="{A503F345-45D1-433B-9443-067FD45191F8}" dt="2026-04-30T16:13:51.900" v="76"/>
          <ac:spMkLst>
            <pc:docMk/>
            <pc:sldMk cId="3008335079" sldId="323"/>
            <ac:spMk id="13" creationId="{95235120-D2B3-1A4B-ED1D-873E4A50FA2C}"/>
          </ac:spMkLst>
        </pc:spChg>
        <pc:spChg chg="add mod">
          <ac:chgData name="MTX M" userId="5b8c7f6dce3112b7" providerId="LiveId" clId="{A503F345-45D1-433B-9443-067FD45191F8}" dt="2026-04-30T16:15:07.193" v="109" actId="403"/>
          <ac:spMkLst>
            <pc:docMk/>
            <pc:sldMk cId="3008335079" sldId="323"/>
            <ac:spMk id="14" creationId="{8D6015A9-9160-2298-7582-ADBD7FE43447}"/>
          </ac:spMkLst>
        </pc:spChg>
        <pc:spChg chg="add mod">
          <ac:chgData name="MTX M" userId="5b8c7f6dce3112b7" providerId="LiveId" clId="{A503F345-45D1-433B-9443-067FD45191F8}" dt="2026-04-30T16:16:42.425" v="167" actId="20577"/>
          <ac:spMkLst>
            <pc:docMk/>
            <pc:sldMk cId="3008335079" sldId="323"/>
            <ac:spMk id="15" creationId="{4443A6CA-6A3B-0641-915C-EC3560797F8D}"/>
          </ac:spMkLst>
        </pc:spChg>
        <pc:spChg chg="add mod">
          <ac:chgData name="MTX M" userId="5b8c7f6dce3112b7" providerId="LiveId" clId="{A503F345-45D1-433B-9443-067FD45191F8}" dt="2026-04-30T16:18:57.603" v="574" actId="313"/>
          <ac:spMkLst>
            <pc:docMk/>
            <pc:sldMk cId="3008335079" sldId="323"/>
            <ac:spMk id="16" creationId="{DDB719FD-6FE2-2E64-2988-5D089B53C4A4}"/>
          </ac:spMkLst>
        </pc:spChg>
        <pc:picChg chg="del">
          <ac:chgData name="MTX M" userId="5b8c7f6dce3112b7" providerId="LiveId" clId="{A503F345-45D1-433B-9443-067FD45191F8}" dt="2026-04-30T16:11:31.942" v="52" actId="478"/>
          <ac:picMkLst>
            <pc:docMk/>
            <pc:sldMk cId="3008335079" sldId="323"/>
            <ac:picMk id="9" creationId="{95CD84A6-AF63-9A2F-228D-D882A62B2457}"/>
          </ac:picMkLst>
        </pc:picChg>
        <pc:picChg chg="del">
          <ac:chgData name="MTX M" userId="5b8c7f6dce3112b7" providerId="LiveId" clId="{A503F345-45D1-433B-9443-067FD45191F8}" dt="2026-04-30T16:11:33.322" v="53" actId="478"/>
          <ac:picMkLst>
            <pc:docMk/>
            <pc:sldMk cId="3008335079" sldId="323"/>
            <ac:picMk id="10" creationId="{18470A8A-F369-BD34-BA08-9E52F7607A30}"/>
          </ac:picMkLst>
        </pc:picChg>
        <pc:picChg chg="del">
          <ac:chgData name="MTX M" userId="5b8c7f6dce3112b7" providerId="LiveId" clId="{A503F345-45D1-433B-9443-067FD45191F8}" dt="2026-04-30T16:11:26.344" v="50" actId="478"/>
          <ac:picMkLst>
            <pc:docMk/>
            <pc:sldMk cId="3008335079" sldId="323"/>
            <ac:picMk id="11" creationId="{AB2714B2-57F6-C489-7D5F-34C70752B76B}"/>
          </ac:picMkLst>
        </pc:picChg>
      </pc:sldChg>
      <pc:sldChg chg="del">
        <pc:chgData name="MTX M" userId="5b8c7f6dce3112b7" providerId="LiveId" clId="{A503F345-45D1-433B-9443-067FD45191F8}" dt="2026-04-30T16:12:16.289" v="59" actId="2696"/>
        <pc:sldMkLst>
          <pc:docMk/>
          <pc:sldMk cId="2576386018" sldId="324"/>
        </pc:sldMkLst>
      </pc:sldChg>
      <pc:sldChg chg="modSp mod">
        <pc:chgData name="MTX M" userId="5b8c7f6dce3112b7" providerId="LiveId" clId="{A503F345-45D1-433B-9443-067FD45191F8}" dt="2026-04-30T16:19:46.287" v="579" actId="121"/>
        <pc:sldMkLst>
          <pc:docMk/>
          <pc:sldMk cId="845748332" sldId="328"/>
        </pc:sldMkLst>
        <pc:spChg chg="mod">
          <ac:chgData name="MTX M" userId="5b8c7f6dce3112b7" providerId="LiveId" clId="{A503F345-45D1-433B-9443-067FD45191F8}" dt="2026-04-30T16:19:46.287" v="579" actId="121"/>
          <ac:spMkLst>
            <pc:docMk/>
            <pc:sldMk cId="845748332" sldId="328"/>
            <ac:spMk id="8" creationId="{B0060458-68E0-C6F2-D4FA-4A914A450C41}"/>
          </ac:spMkLst>
        </pc:spChg>
      </pc:sldChg>
      <pc:sldChg chg="addSp delSp modSp add mod ord">
        <pc:chgData name="MTX M" userId="5b8c7f6dce3112b7" providerId="LiveId" clId="{A503F345-45D1-433B-9443-067FD45191F8}" dt="2026-04-30T16:13:22.913" v="74" actId="20577"/>
        <pc:sldMkLst>
          <pc:docMk/>
          <pc:sldMk cId="2940654339" sldId="329"/>
        </pc:sldMkLst>
        <pc:spChg chg="add del mod">
          <ac:chgData name="MTX M" userId="5b8c7f6dce3112b7" providerId="LiveId" clId="{A503F345-45D1-433B-9443-067FD45191F8}" dt="2026-04-30T16:12:24.003" v="62" actId="478"/>
          <ac:spMkLst>
            <pc:docMk/>
            <pc:sldMk cId="2940654339" sldId="329"/>
            <ac:spMk id="3" creationId="{7EB2AC08-39CD-89AB-721F-35AEA12CF9A8}"/>
          </ac:spMkLst>
        </pc:spChg>
        <pc:spChg chg="mod">
          <ac:chgData name="MTX M" userId="5b8c7f6dce3112b7" providerId="LiveId" clId="{A503F345-45D1-433B-9443-067FD45191F8}" dt="2026-04-30T16:13:12.663" v="65" actId="1076"/>
          <ac:spMkLst>
            <pc:docMk/>
            <pc:sldMk cId="2940654339" sldId="329"/>
            <ac:spMk id="8" creationId="{B6BCDC6C-CDEF-C78E-D50B-58021B96E345}"/>
          </ac:spMkLst>
        </pc:spChg>
        <pc:spChg chg="mod">
          <ac:chgData name="MTX M" userId="5b8c7f6dce3112b7" providerId="LiveId" clId="{A503F345-45D1-433B-9443-067FD45191F8}" dt="2026-04-30T16:13:22.913" v="74" actId="20577"/>
          <ac:spMkLst>
            <pc:docMk/>
            <pc:sldMk cId="2940654339" sldId="329"/>
            <ac:spMk id="10" creationId="{A845B9DF-488F-F299-884E-DF31BE1B9AC4}"/>
          </ac:spMkLst>
        </pc:spChg>
        <pc:picChg chg="del">
          <ac:chgData name="MTX M" userId="5b8c7f6dce3112b7" providerId="LiveId" clId="{A503F345-45D1-433B-9443-067FD45191F8}" dt="2026-04-30T16:12:18.848" v="60" actId="478"/>
          <ac:picMkLst>
            <pc:docMk/>
            <pc:sldMk cId="2940654339" sldId="329"/>
            <ac:picMk id="14" creationId="{718806A1-C8F7-EBD5-E694-FCB87446A91A}"/>
          </ac:picMkLst>
        </pc:picChg>
        <pc:picChg chg="del">
          <ac:chgData name="MTX M" userId="5b8c7f6dce3112b7" providerId="LiveId" clId="{A503F345-45D1-433B-9443-067FD45191F8}" dt="2026-04-30T16:12:22.299" v="61" actId="478"/>
          <ac:picMkLst>
            <pc:docMk/>
            <pc:sldMk cId="2940654339" sldId="329"/>
            <ac:picMk id="28" creationId="{FB3DEFEB-D8A3-D5B4-EE2A-4F8AB41EF9EF}"/>
          </ac:picMkLst>
        </pc:picChg>
      </pc:sldChg>
    </pc:docChg>
  </pc:docChgLst>
  <pc:docChgLst>
    <pc:chgData name="MTX M" userId="5b8c7f6dce3112b7" providerId="LiveId" clId="{47C1FE37-B5DB-4CC5-8978-37E4BE149B93}"/>
    <pc:docChg chg="undo custSel delSld modSld sldOrd">
      <pc:chgData name="MTX M" userId="5b8c7f6dce3112b7" providerId="LiveId" clId="{47C1FE37-B5DB-4CC5-8978-37E4BE149B93}" dt="2026-04-30T11:09:34.445" v="143" actId="2696"/>
      <pc:docMkLst>
        <pc:docMk/>
      </pc:docMkLst>
      <pc:sldChg chg="ord">
        <pc:chgData name="MTX M" userId="5b8c7f6dce3112b7" providerId="LiveId" clId="{47C1FE37-B5DB-4CC5-8978-37E4BE149B93}" dt="2026-04-30T11:09:32.668" v="142"/>
        <pc:sldMkLst>
          <pc:docMk/>
          <pc:sldMk cId="1418700250" sldId="322"/>
        </pc:sldMkLst>
      </pc:sldChg>
      <pc:sldChg chg="ord">
        <pc:chgData name="MTX M" userId="5b8c7f6dce3112b7" providerId="LiveId" clId="{47C1FE37-B5DB-4CC5-8978-37E4BE149B93}" dt="2026-04-30T11:09:02.261" v="138"/>
        <pc:sldMkLst>
          <pc:docMk/>
          <pc:sldMk cId="2576386018" sldId="324"/>
        </pc:sldMkLst>
      </pc:sldChg>
      <pc:sldChg chg="modSp mod">
        <pc:chgData name="MTX M" userId="5b8c7f6dce3112b7" providerId="LiveId" clId="{47C1FE37-B5DB-4CC5-8978-37E4BE149B93}" dt="2026-04-30T11:04:59.791" v="28" actId="14826"/>
        <pc:sldMkLst>
          <pc:docMk/>
          <pc:sldMk cId="4138132063" sldId="326"/>
        </pc:sldMkLst>
        <pc:spChg chg="mod">
          <ac:chgData name="MTX M" userId="5b8c7f6dce3112b7" providerId="LiveId" clId="{47C1FE37-B5DB-4CC5-8978-37E4BE149B93}" dt="2026-04-30T11:04:09.118" v="26" actId="403"/>
          <ac:spMkLst>
            <pc:docMk/>
            <pc:sldMk cId="4138132063" sldId="326"/>
            <ac:spMk id="4" creationId="{17AB4F1D-7222-2230-E921-08A083E59612}"/>
          </ac:spMkLst>
        </pc:spChg>
        <pc:picChg chg="mod">
          <ac:chgData name="MTX M" userId="5b8c7f6dce3112b7" providerId="LiveId" clId="{47C1FE37-B5DB-4CC5-8978-37E4BE149B93}" dt="2026-04-30T11:04:59.791" v="28" actId="14826"/>
          <ac:picMkLst>
            <pc:docMk/>
            <pc:sldMk cId="4138132063" sldId="326"/>
            <ac:picMk id="7" creationId="{B5AD4E45-B4CF-03E8-8C4A-B8F17BAB573F}"/>
          </ac:picMkLst>
        </pc:picChg>
        <pc:picChg chg="mod">
          <ac:chgData name="MTX M" userId="5b8c7f6dce3112b7" providerId="LiveId" clId="{47C1FE37-B5DB-4CC5-8978-37E4BE149B93}" dt="2026-04-30T11:04:37.096" v="27" actId="14826"/>
          <ac:picMkLst>
            <pc:docMk/>
            <pc:sldMk cId="4138132063" sldId="326"/>
            <ac:picMk id="8" creationId="{15BA69EB-BD86-4EE7-8DA0-E91F614C7DC8}"/>
          </ac:picMkLst>
        </pc:picChg>
      </pc:sldChg>
      <pc:sldChg chg="modSp del mod">
        <pc:chgData name="MTX M" userId="5b8c7f6dce3112b7" providerId="LiveId" clId="{47C1FE37-B5DB-4CC5-8978-37E4BE149B93}" dt="2026-04-30T11:09:34.445" v="143" actId="2696"/>
        <pc:sldMkLst>
          <pc:docMk/>
          <pc:sldMk cId="3496113287" sldId="327"/>
        </pc:sldMkLst>
        <pc:spChg chg="mod">
          <ac:chgData name="MTX M" userId="5b8c7f6dce3112b7" providerId="LiveId" clId="{47C1FE37-B5DB-4CC5-8978-37E4BE149B93}" dt="2026-04-30T11:05:38.620" v="58" actId="403"/>
          <ac:spMkLst>
            <pc:docMk/>
            <pc:sldMk cId="3496113287" sldId="327"/>
            <ac:spMk id="5" creationId="{2ADB4AC8-438C-FB29-5D76-54C520D24AD5}"/>
          </ac:spMkLst>
        </pc:spChg>
      </pc:sldChg>
      <pc:sldChg chg="addSp delSp modSp mod">
        <pc:chgData name="MTX M" userId="5b8c7f6dce3112b7" providerId="LiveId" clId="{47C1FE37-B5DB-4CC5-8978-37E4BE149B93}" dt="2026-04-30T11:08:49.315" v="136" actId="14826"/>
        <pc:sldMkLst>
          <pc:docMk/>
          <pc:sldMk cId="845748332" sldId="328"/>
        </pc:sldMkLst>
        <pc:spChg chg="mod">
          <ac:chgData name="MTX M" userId="5b8c7f6dce3112b7" providerId="LiveId" clId="{47C1FE37-B5DB-4CC5-8978-37E4BE149B93}" dt="2026-04-30T11:08:06.068" v="128" actId="1076"/>
          <ac:spMkLst>
            <pc:docMk/>
            <pc:sldMk cId="845748332" sldId="328"/>
            <ac:spMk id="3" creationId="{53AF3DD1-D4B7-2AEF-BB43-779BB4EAB0D9}"/>
          </ac:spMkLst>
        </pc:spChg>
        <pc:spChg chg="del mod">
          <ac:chgData name="MTX M" userId="5b8c7f6dce3112b7" providerId="LiveId" clId="{47C1FE37-B5DB-4CC5-8978-37E4BE149B93}" dt="2026-04-30T11:07:38.090" v="121" actId="478"/>
          <ac:spMkLst>
            <pc:docMk/>
            <pc:sldMk cId="845748332" sldId="328"/>
            <ac:spMk id="5" creationId="{7417CE71-76CA-7111-35CD-B6A2BA44CB8A}"/>
          </ac:spMkLst>
        </pc:spChg>
        <pc:spChg chg="add del mod">
          <ac:chgData name="MTX M" userId="5b8c7f6dce3112b7" providerId="LiveId" clId="{47C1FE37-B5DB-4CC5-8978-37E4BE149B93}" dt="2026-04-30T11:07:41.912" v="122" actId="478"/>
          <ac:spMkLst>
            <pc:docMk/>
            <pc:sldMk cId="845748332" sldId="328"/>
            <ac:spMk id="6" creationId="{A882993C-AA6F-DF62-185B-63545B5B7014}"/>
          </ac:spMkLst>
        </pc:spChg>
        <pc:spChg chg="add mod">
          <ac:chgData name="MTX M" userId="5b8c7f6dce3112b7" providerId="LiveId" clId="{47C1FE37-B5DB-4CC5-8978-37E4BE149B93}" dt="2026-04-30T11:08:21.904" v="135" actId="1076"/>
          <ac:spMkLst>
            <pc:docMk/>
            <pc:sldMk cId="845748332" sldId="328"/>
            <ac:spMk id="8" creationId="{B0060458-68E0-C6F2-D4FA-4A914A450C41}"/>
          </ac:spMkLst>
        </pc:spChg>
        <pc:picChg chg="mod">
          <ac:chgData name="MTX M" userId="5b8c7f6dce3112b7" providerId="LiveId" clId="{47C1FE37-B5DB-4CC5-8978-37E4BE149B93}" dt="2026-04-30T11:08:49.315" v="136" actId="14826"/>
          <ac:picMkLst>
            <pc:docMk/>
            <pc:sldMk cId="845748332" sldId="328"/>
            <ac:picMk id="7" creationId="{64376A73-1AC6-CE77-7C99-A56417098673}"/>
          </ac:picMkLst>
        </pc:picChg>
        <pc:picChg chg="mod">
          <ac:chgData name="MTX M" userId="5b8c7f6dce3112b7" providerId="LiveId" clId="{47C1FE37-B5DB-4CC5-8978-37E4BE149B93}" dt="2026-04-30T11:08:18.973" v="134" actId="1076"/>
          <ac:picMkLst>
            <pc:docMk/>
            <pc:sldMk cId="845748332" sldId="328"/>
            <ac:picMk id="15" creationId="{F7A69163-A4F6-52B6-CAB3-347491B40208}"/>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56B393B-01DD-224E-A96B-971FE615BA1E}" type="datetimeFigureOut">
              <a:rPr lang="en-US" smtClean="0"/>
              <a:t>4/30/2026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1E19CA-738C-0142-B760-762277DB59A6}" type="slidenum">
              <a:rPr lang="en-US" smtClean="0"/>
              <a:t>‹Nº›</a:t>
            </a:fld>
            <a:endParaRPr lang="en-US" dirty="0"/>
          </a:p>
        </p:txBody>
      </p:sp>
    </p:spTree>
    <p:extLst>
      <p:ext uri="{BB962C8B-B14F-4D97-AF65-F5344CB8AC3E}">
        <p14:creationId xmlns:p14="http://schemas.microsoft.com/office/powerpoint/2010/main" val="37430265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Layout">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23D9A70-97D9-6792-FBD8-8F710E8BFA8D}"/>
              </a:ext>
            </a:extLst>
          </p:cNvPr>
          <p:cNvSpPr>
            <a:spLocks noGrp="1"/>
          </p:cNvSpPr>
          <p:nvPr>
            <p:ph type="pic" sz="quarter" idx="10"/>
          </p:nvPr>
        </p:nvSpPr>
        <p:spPr>
          <a:xfrm>
            <a:off x="0" y="0"/>
            <a:ext cx="12192000" cy="6858000"/>
          </a:xfrm>
          <a:custGeom>
            <a:avLst/>
            <a:gdLst>
              <a:gd name="connsiteX0" fmla="*/ 1446188 w 12192000"/>
              <a:gd name="connsiteY0" fmla="*/ 4733144 h 6858000"/>
              <a:gd name="connsiteX1" fmla="*/ 1446188 w 12192000"/>
              <a:gd name="connsiteY1" fmla="*/ 4827589 h 6858000"/>
              <a:gd name="connsiteX2" fmla="*/ 5044758 w 12192000"/>
              <a:gd name="connsiteY2" fmla="*/ 4827589 h 6858000"/>
              <a:gd name="connsiteX3" fmla="*/ 5044758 w 12192000"/>
              <a:gd name="connsiteY3" fmla="*/ 4733144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446188" y="4733144"/>
                </a:moveTo>
                <a:lnTo>
                  <a:pt x="1446188" y="4827589"/>
                </a:lnTo>
                <a:lnTo>
                  <a:pt x="5044758" y="4827589"/>
                </a:lnTo>
                <a:lnTo>
                  <a:pt x="5044758" y="4733144"/>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B7DC26C7-4A35-5289-EDCF-18144343F391}"/>
              </a:ext>
            </a:extLst>
          </p:cNvPr>
          <p:cNvSpPr>
            <a:spLocks noGrp="1"/>
          </p:cNvSpPr>
          <p:nvPr>
            <p:ph type="title"/>
          </p:nvPr>
        </p:nvSpPr>
        <p:spPr>
          <a:xfrm>
            <a:off x="1345057" y="1604019"/>
            <a:ext cx="3699701" cy="1325563"/>
          </a:xfrm>
        </p:spPr>
        <p:txBody>
          <a:bodyPr anchor="b"/>
          <a:lstStyle>
            <a:lvl1pPr>
              <a:defRPr>
                <a:solidFill>
                  <a:schemeClr val="accent2"/>
                </a:solidFill>
              </a:defRPr>
            </a:lvl1pPr>
          </a:lstStyle>
          <a:p>
            <a:r>
              <a:rPr lang="en-US"/>
              <a:t>Click to edit Master title style</a:t>
            </a:r>
            <a:endParaRPr lang="en-US" dirty="0"/>
          </a:p>
        </p:txBody>
      </p:sp>
      <p:sp>
        <p:nvSpPr>
          <p:cNvPr id="19" name="Text Placeholder 18">
            <a:extLst>
              <a:ext uri="{FF2B5EF4-FFF2-40B4-BE49-F238E27FC236}">
                <a16:creationId xmlns:a16="http://schemas.microsoft.com/office/drawing/2014/main" id="{702A49C3-707F-F367-9A69-6FB934102DB1}"/>
              </a:ext>
            </a:extLst>
          </p:cNvPr>
          <p:cNvSpPr>
            <a:spLocks noGrp="1"/>
          </p:cNvSpPr>
          <p:nvPr>
            <p:ph type="body" sz="quarter" idx="12"/>
          </p:nvPr>
        </p:nvSpPr>
        <p:spPr>
          <a:xfrm>
            <a:off x="1345057" y="2928070"/>
            <a:ext cx="3699701" cy="1463675"/>
          </a:xfrm>
        </p:spPr>
        <p:txBody>
          <a:bodyPr>
            <a:noAutofit/>
          </a:bodyPr>
          <a:lstStyle>
            <a:lvl1pPr marL="0" indent="0">
              <a:lnSpc>
                <a:spcPts val="6840"/>
              </a:lnSpc>
              <a:spcBef>
                <a:spcPts val="0"/>
              </a:spcBef>
              <a:buNone/>
              <a:defRPr sz="7200" b="1">
                <a:latin typeface="+mj-lt"/>
              </a:defRPr>
            </a:lvl1pPr>
          </a:lstStyle>
          <a:p>
            <a:pPr lvl="0"/>
            <a:r>
              <a:rPr lang="en-US"/>
              <a:t>Click to edit Master text styles</a:t>
            </a:r>
          </a:p>
        </p:txBody>
      </p:sp>
      <p:sp>
        <p:nvSpPr>
          <p:cNvPr id="15" name="Picture Placeholder 14">
            <a:extLst>
              <a:ext uri="{FF2B5EF4-FFF2-40B4-BE49-F238E27FC236}">
                <a16:creationId xmlns:a16="http://schemas.microsoft.com/office/drawing/2014/main" id="{7C230F7C-D474-7F46-1388-010330BD037D}"/>
              </a:ext>
            </a:extLst>
          </p:cNvPr>
          <p:cNvSpPr>
            <a:spLocks noGrp="1"/>
          </p:cNvSpPr>
          <p:nvPr>
            <p:ph type="pic" sz="quarter" idx="11"/>
          </p:nvPr>
        </p:nvSpPr>
        <p:spPr>
          <a:xfrm>
            <a:off x="4251123" y="691376"/>
            <a:ext cx="7268086" cy="5475248"/>
          </a:xfrm>
          <a:custGeom>
            <a:avLst/>
            <a:gdLst>
              <a:gd name="connsiteX0" fmla="*/ 0 w 7268086"/>
              <a:gd name="connsiteY0" fmla="*/ 0 h 5475248"/>
              <a:gd name="connsiteX1" fmla="*/ 7268086 w 7268086"/>
              <a:gd name="connsiteY1" fmla="*/ 0 h 5475248"/>
              <a:gd name="connsiteX2" fmla="*/ 7268086 w 7268086"/>
              <a:gd name="connsiteY2" fmla="*/ 5475248 h 5475248"/>
              <a:gd name="connsiteX3" fmla="*/ 0 w 7268086"/>
              <a:gd name="connsiteY3" fmla="*/ 5475248 h 5475248"/>
              <a:gd name="connsiteX4" fmla="*/ 0 w 7268086"/>
              <a:gd name="connsiteY4" fmla="*/ 4136213 h 5475248"/>
              <a:gd name="connsiteX5" fmla="*/ 793635 w 7268086"/>
              <a:gd name="connsiteY5" fmla="*/ 4136213 h 5475248"/>
              <a:gd name="connsiteX6" fmla="*/ 793635 w 7268086"/>
              <a:gd name="connsiteY6" fmla="*/ 4041768 h 5475248"/>
              <a:gd name="connsiteX7" fmla="*/ 0 w 7268086"/>
              <a:gd name="connsiteY7" fmla="*/ 4041768 h 5475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268086" h="5475248">
                <a:moveTo>
                  <a:pt x="0" y="0"/>
                </a:moveTo>
                <a:lnTo>
                  <a:pt x="7268086" y="0"/>
                </a:lnTo>
                <a:lnTo>
                  <a:pt x="7268086" y="5475248"/>
                </a:lnTo>
                <a:lnTo>
                  <a:pt x="0" y="5475248"/>
                </a:lnTo>
                <a:lnTo>
                  <a:pt x="0" y="4136213"/>
                </a:lnTo>
                <a:lnTo>
                  <a:pt x="793635" y="4136213"/>
                </a:lnTo>
                <a:lnTo>
                  <a:pt x="793635" y="4041768"/>
                </a:lnTo>
                <a:lnTo>
                  <a:pt x="0" y="4041768"/>
                </a:lnTo>
                <a:close/>
              </a:path>
            </a:pathLst>
          </a:custGeom>
        </p:spPr>
        <p:txBody>
          <a:bodyPr wrap="square">
            <a:noAutofit/>
          </a:bodyPr>
          <a:lstStyle>
            <a:lvl1pPr marL="0" indent="0">
              <a:buNone/>
              <a:defRPr/>
            </a:lvl1pPr>
          </a:lstStyle>
          <a:p>
            <a:r>
              <a:rPr lang="en-US"/>
              <a:t>Click icon to add picture</a:t>
            </a:r>
            <a:endParaRPr lang="en-US" dirty="0"/>
          </a:p>
        </p:txBody>
      </p:sp>
      <p:sp>
        <p:nvSpPr>
          <p:cNvPr id="16" name="Rectangle 15">
            <a:extLst>
              <a:ext uri="{FF2B5EF4-FFF2-40B4-BE49-F238E27FC236}">
                <a16:creationId xmlns:a16="http://schemas.microsoft.com/office/drawing/2014/main" id="{7CF23D77-342F-B39B-20A7-4B83947191A3}"/>
              </a:ext>
            </a:extLst>
          </p:cNvPr>
          <p:cNvSpPr/>
          <p:nvPr userDrawn="1"/>
        </p:nvSpPr>
        <p:spPr>
          <a:xfrm rot="5400000">
            <a:off x="3198250" y="2981081"/>
            <a:ext cx="94445" cy="35985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20812131"/>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hree Images 01">
    <p:spTree>
      <p:nvGrpSpPr>
        <p:cNvPr id="1" name=""/>
        <p:cNvGrpSpPr/>
        <p:nvPr/>
      </p:nvGrpSpPr>
      <p:grpSpPr>
        <a:xfrm>
          <a:off x="0" y="0"/>
          <a:ext cx="0" cy="0"/>
          <a:chOff x="0" y="0"/>
          <a:chExt cx="0" cy="0"/>
        </a:xfrm>
      </p:grpSpPr>
      <p:sp>
        <p:nvSpPr>
          <p:cNvPr id="20" name="Picture Placeholder 19">
            <a:extLst>
              <a:ext uri="{FF2B5EF4-FFF2-40B4-BE49-F238E27FC236}">
                <a16:creationId xmlns:a16="http://schemas.microsoft.com/office/drawing/2014/main" id="{88D74DF6-9C28-3465-2019-0551C7EEDB37}"/>
              </a:ext>
            </a:extLst>
          </p:cNvPr>
          <p:cNvSpPr>
            <a:spLocks noGrp="1"/>
          </p:cNvSpPr>
          <p:nvPr>
            <p:ph type="pic" sz="quarter" idx="17"/>
          </p:nvPr>
        </p:nvSpPr>
        <p:spPr>
          <a:xfrm>
            <a:off x="0" y="-4"/>
            <a:ext cx="12192000" cy="6858000"/>
          </a:xfrm>
          <a:custGeom>
            <a:avLst/>
            <a:gdLst>
              <a:gd name="connsiteX0" fmla="*/ 1063375 w 12192000"/>
              <a:gd name="connsiteY0" fmla="*/ 1274706 h 6858000"/>
              <a:gd name="connsiteX1" fmla="*/ 1063375 w 12192000"/>
              <a:gd name="connsiteY1" fmla="*/ 1916503 h 6858000"/>
              <a:gd name="connsiteX2" fmla="*/ 1137397 w 12192000"/>
              <a:gd name="connsiteY2" fmla="*/ 1916503 h 6858000"/>
              <a:gd name="connsiteX3" fmla="*/ 1137397 w 12192000"/>
              <a:gd name="connsiteY3" fmla="*/ 1274706 h 6858000"/>
              <a:gd name="connsiteX4" fmla="*/ 10560887 w 12192000"/>
              <a:gd name="connsiteY4" fmla="*/ 691378 h 6858000"/>
              <a:gd name="connsiteX5" fmla="*/ 10560887 w 12192000"/>
              <a:gd name="connsiteY5" fmla="*/ 3429002 h 6858000"/>
              <a:gd name="connsiteX6" fmla="*/ 10635458 w 12192000"/>
              <a:gd name="connsiteY6" fmla="*/ 3429002 h 6858000"/>
              <a:gd name="connsiteX7" fmla="*/ 10635458 w 12192000"/>
              <a:gd name="connsiteY7" fmla="*/ 691378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063375" y="1274706"/>
                </a:moveTo>
                <a:lnTo>
                  <a:pt x="1063375" y="1916503"/>
                </a:lnTo>
                <a:lnTo>
                  <a:pt x="1137397" y="1916503"/>
                </a:lnTo>
                <a:lnTo>
                  <a:pt x="1137397" y="1274706"/>
                </a:lnTo>
                <a:close/>
                <a:moveTo>
                  <a:pt x="10560887" y="691378"/>
                </a:moveTo>
                <a:lnTo>
                  <a:pt x="10560887" y="3429002"/>
                </a:lnTo>
                <a:lnTo>
                  <a:pt x="10635458" y="3429002"/>
                </a:lnTo>
                <a:lnTo>
                  <a:pt x="10635458" y="691378"/>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21" name="Rectangle 20">
            <a:extLst>
              <a:ext uri="{FF2B5EF4-FFF2-40B4-BE49-F238E27FC236}">
                <a16:creationId xmlns:a16="http://schemas.microsoft.com/office/drawing/2014/main" id="{FF3B8C19-FFDA-0E31-1EA0-053FD5FC4616}"/>
              </a:ext>
            </a:extLst>
          </p:cNvPr>
          <p:cNvSpPr/>
          <p:nvPr userDrawn="1"/>
        </p:nvSpPr>
        <p:spPr>
          <a:xfrm flipH="1">
            <a:off x="10560887" y="691374"/>
            <a:ext cx="74571" cy="2737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4DBF908-825F-8234-BA86-E7D404FD4B5F}"/>
              </a:ext>
            </a:extLst>
          </p:cNvPr>
          <p:cNvSpPr/>
          <p:nvPr userDrawn="1"/>
        </p:nvSpPr>
        <p:spPr>
          <a:xfrm flipH="1">
            <a:off x="1063375" y="1274702"/>
            <a:ext cx="74022" cy="641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1302081" y="1229353"/>
            <a:ext cx="3421114" cy="738664"/>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7" name="Picture Placeholder 14">
            <a:extLst>
              <a:ext uri="{FF2B5EF4-FFF2-40B4-BE49-F238E27FC236}">
                <a16:creationId xmlns:a16="http://schemas.microsoft.com/office/drawing/2014/main" id="{7787599C-A924-B198-CDBF-B90D5FB950B8}"/>
              </a:ext>
            </a:extLst>
          </p:cNvPr>
          <p:cNvSpPr>
            <a:spLocks noGrp="1"/>
          </p:cNvSpPr>
          <p:nvPr>
            <p:ph type="pic" sz="quarter" idx="16"/>
          </p:nvPr>
        </p:nvSpPr>
        <p:spPr>
          <a:xfrm>
            <a:off x="728546" y="2484020"/>
            <a:ext cx="4050403" cy="3682601"/>
          </a:xfrm>
        </p:spPr>
        <p:txBody>
          <a:bodyPr/>
          <a:lstStyle>
            <a:lvl1pPr marL="0" indent="0">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5043545" y="691374"/>
            <a:ext cx="5080620" cy="2737624"/>
          </a:xfrm>
        </p:spPr>
        <p:txBody>
          <a:bodyPr/>
          <a:lstStyle>
            <a:lvl1pPr marL="0" indent="0">
              <a:buNone/>
              <a:defRPr/>
            </a:lvl1pPr>
          </a:lstStyle>
          <a:p>
            <a:r>
              <a:rPr lang="en-US"/>
              <a:t>Click icon to add picture</a:t>
            </a:r>
            <a:endParaRPr lang="en-US" dirty="0"/>
          </a:p>
        </p:txBody>
      </p:sp>
      <p:sp>
        <p:nvSpPr>
          <p:cNvPr id="18" name="Picture Placeholder 14">
            <a:extLst>
              <a:ext uri="{FF2B5EF4-FFF2-40B4-BE49-F238E27FC236}">
                <a16:creationId xmlns:a16="http://schemas.microsoft.com/office/drawing/2014/main" id="{5DF1C5D6-E90E-8FEC-65D6-220522F97FC6}"/>
              </a:ext>
            </a:extLst>
          </p:cNvPr>
          <p:cNvSpPr>
            <a:spLocks noGrp="1"/>
          </p:cNvSpPr>
          <p:nvPr>
            <p:ph type="pic" sz="quarter" idx="18"/>
          </p:nvPr>
        </p:nvSpPr>
        <p:spPr>
          <a:xfrm>
            <a:off x="5043544" y="3665658"/>
            <a:ext cx="5995515" cy="2500964"/>
          </a:xfrm>
        </p:spPr>
        <p:txBody>
          <a:bodyPr/>
          <a:lstStyle>
            <a:lvl1pPr marL="0" indent="0">
              <a:buNone/>
              <a:defRPr/>
            </a:lvl1pPr>
          </a:lstStyle>
          <a:p>
            <a:r>
              <a:rPr lang="en-US"/>
              <a:t>Click icon to add picture</a:t>
            </a:r>
            <a:endParaRPr lang="en-US" dirty="0"/>
          </a:p>
        </p:txBody>
      </p:sp>
      <p:sp>
        <p:nvSpPr>
          <p:cNvPr id="23" name="Date Placeholder 22">
            <a:extLst>
              <a:ext uri="{FF2B5EF4-FFF2-40B4-BE49-F238E27FC236}">
                <a16:creationId xmlns:a16="http://schemas.microsoft.com/office/drawing/2014/main" id="{951FEB92-FFD0-C5B6-D939-FF6594925D7E}"/>
              </a:ext>
            </a:extLst>
          </p:cNvPr>
          <p:cNvSpPr>
            <a:spLocks noGrp="1"/>
          </p:cNvSpPr>
          <p:nvPr>
            <p:ph type="dt" sz="half" idx="19"/>
          </p:nvPr>
        </p:nvSpPr>
        <p:spPr/>
        <p:txBody>
          <a:bodyPr/>
          <a:lstStyle/>
          <a:p>
            <a:fld id="{E0FFFE1A-4519-6C4C-8D32-D82A0BEE47CD}" type="datetimeFigureOut">
              <a:rPr lang="en-US" smtClean="0"/>
              <a:pPr/>
              <a:t>4/30/2026</a:t>
            </a:fld>
            <a:endParaRPr lang="en-US" dirty="0"/>
          </a:p>
        </p:txBody>
      </p:sp>
      <p:sp>
        <p:nvSpPr>
          <p:cNvPr id="24" name="Footer Placeholder 23">
            <a:extLst>
              <a:ext uri="{FF2B5EF4-FFF2-40B4-BE49-F238E27FC236}">
                <a16:creationId xmlns:a16="http://schemas.microsoft.com/office/drawing/2014/main" id="{4DAAD609-3CB4-A238-3A82-1EFF7E1AF7B6}"/>
              </a:ext>
            </a:extLst>
          </p:cNvPr>
          <p:cNvSpPr>
            <a:spLocks noGrp="1"/>
          </p:cNvSpPr>
          <p:nvPr>
            <p:ph type="ftr" sz="quarter" idx="20"/>
          </p:nvPr>
        </p:nvSpPr>
        <p:spPr/>
        <p:txBody>
          <a:bodyPr/>
          <a:lstStyle/>
          <a:p>
            <a:endParaRPr lang="en-US" dirty="0"/>
          </a:p>
        </p:txBody>
      </p:sp>
      <p:sp>
        <p:nvSpPr>
          <p:cNvPr id="25" name="Slide Number Placeholder 24">
            <a:extLst>
              <a:ext uri="{FF2B5EF4-FFF2-40B4-BE49-F238E27FC236}">
                <a16:creationId xmlns:a16="http://schemas.microsoft.com/office/drawing/2014/main" id="{FD3F7936-F2FA-6DD7-F321-117AE8153601}"/>
              </a:ext>
            </a:extLst>
          </p:cNvPr>
          <p:cNvSpPr>
            <a:spLocks noGrp="1"/>
          </p:cNvSpPr>
          <p:nvPr>
            <p:ph type="sldNum" sz="quarter" idx="21"/>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90626441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images 01">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45461A5-1E64-2C66-535A-B60E5F9D29BB}"/>
              </a:ext>
            </a:extLst>
          </p:cNvPr>
          <p:cNvSpPr>
            <a:spLocks noGrp="1"/>
          </p:cNvSpPr>
          <p:nvPr>
            <p:ph type="pic" sz="quarter" idx="13"/>
          </p:nvPr>
        </p:nvSpPr>
        <p:spPr>
          <a:xfrm>
            <a:off x="0" y="0"/>
            <a:ext cx="12192000" cy="6858000"/>
          </a:xfrm>
          <a:custGeom>
            <a:avLst/>
            <a:gdLst>
              <a:gd name="connsiteX0" fmla="*/ 7310515 w 12192000"/>
              <a:gd name="connsiteY0" fmla="*/ 5271080 h 6858000"/>
              <a:gd name="connsiteX1" fmla="*/ 7310515 w 12192000"/>
              <a:gd name="connsiteY1" fmla="*/ 5912877 h 6858000"/>
              <a:gd name="connsiteX2" fmla="*/ 7384537 w 12192000"/>
              <a:gd name="connsiteY2" fmla="*/ 5912877 h 6858000"/>
              <a:gd name="connsiteX3" fmla="*/ 7384537 w 12192000"/>
              <a:gd name="connsiteY3" fmla="*/ 5271080 h 6858000"/>
              <a:gd name="connsiteX4" fmla="*/ 6923182 w 12192000"/>
              <a:gd name="connsiteY4" fmla="*/ 1001646 h 6858000"/>
              <a:gd name="connsiteX5" fmla="*/ 6923182 w 12192000"/>
              <a:gd name="connsiteY5" fmla="*/ 1076218 h 6858000"/>
              <a:gd name="connsiteX6" fmla="*/ 10973585 w 12192000"/>
              <a:gd name="connsiteY6" fmla="*/ 1076218 h 6858000"/>
              <a:gd name="connsiteX7" fmla="*/ 10973585 w 12192000"/>
              <a:gd name="connsiteY7" fmla="*/ 1001646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7310515" y="5271080"/>
                </a:moveTo>
                <a:lnTo>
                  <a:pt x="7310515" y="5912877"/>
                </a:lnTo>
                <a:lnTo>
                  <a:pt x="7384537" y="5912877"/>
                </a:lnTo>
                <a:lnTo>
                  <a:pt x="7384537" y="5271080"/>
                </a:lnTo>
                <a:close/>
                <a:moveTo>
                  <a:pt x="6923182" y="1001646"/>
                </a:moveTo>
                <a:lnTo>
                  <a:pt x="6923182" y="1076218"/>
                </a:lnTo>
                <a:lnTo>
                  <a:pt x="10973585" y="1076218"/>
                </a:lnTo>
                <a:lnTo>
                  <a:pt x="10973585" y="1001646"/>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7563624" y="5225726"/>
            <a:ext cx="3421114" cy="738664"/>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7" name="Picture Placeholder 14">
            <a:extLst>
              <a:ext uri="{FF2B5EF4-FFF2-40B4-BE49-F238E27FC236}">
                <a16:creationId xmlns:a16="http://schemas.microsoft.com/office/drawing/2014/main" id="{7787599C-A924-B198-CDBF-B90D5FB950B8}"/>
              </a:ext>
            </a:extLst>
          </p:cNvPr>
          <p:cNvSpPr>
            <a:spLocks noGrp="1"/>
          </p:cNvSpPr>
          <p:nvPr>
            <p:ph type="pic" sz="quarter" idx="16"/>
          </p:nvPr>
        </p:nvSpPr>
        <p:spPr>
          <a:xfrm>
            <a:off x="1099170" y="691374"/>
            <a:ext cx="5548262" cy="5475247"/>
          </a:xfrm>
        </p:spPr>
        <p:txBody>
          <a:bodyPr/>
          <a:lstStyle>
            <a:lvl1pPr marL="0" indent="0">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6923182" y="1412110"/>
            <a:ext cx="4050403" cy="3432876"/>
          </a:xfrm>
        </p:spPr>
        <p:txBody>
          <a:bodyPr/>
          <a:lstStyle>
            <a:lvl1pPr marL="0" indent="0">
              <a:buNone/>
              <a:defRPr/>
            </a:lvl1pPr>
          </a:lstStyle>
          <a:p>
            <a:r>
              <a:rPr lang="en-US"/>
              <a:t>Click icon to add picture</a:t>
            </a:r>
            <a:endParaRPr lang="en-US" dirty="0"/>
          </a:p>
        </p:txBody>
      </p:sp>
      <p:sp>
        <p:nvSpPr>
          <p:cNvPr id="10" name="Rectangle 9">
            <a:extLst>
              <a:ext uri="{FF2B5EF4-FFF2-40B4-BE49-F238E27FC236}">
                <a16:creationId xmlns:a16="http://schemas.microsoft.com/office/drawing/2014/main" id="{16FF7E8E-D50C-3B7F-9347-654DB451356D}"/>
              </a:ext>
            </a:extLst>
          </p:cNvPr>
          <p:cNvSpPr/>
          <p:nvPr userDrawn="1"/>
        </p:nvSpPr>
        <p:spPr>
          <a:xfrm>
            <a:off x="6923182" y="1001642"/>
            <a:ext cx="4050403" cy="7457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377B251-1235-0B78-1FF4-283F9C7C9B2A}"/>
              </a:ext>
            </a:extLst>
          </p:cNvPr>
          <p:cNvSpPr/>
          <p:nvPr userDrawn="1"/>
        </p:nvSpPr>
        <p:spPr>
          <a:xfrm flipH="1">
            <a:off x="7310515" y="5271076"/>
            <a:ext cx="74022" cy="641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D18E3169-D816-EA3A-E026-4E4904303665}"/>
              </a:ext>
            </a:extLst>
          </p:cNvPr>
          <p:cNvSpPr>
            <a:spLocks noGrp="1"/>
          </p:cNvSpPr>
          <p:nvPr>
            <p:ph type="dt" sz="half" idx="17"/>
          </p:nvPr>
        </p:nvSpPr>
        <p:spPr/>
        <p:txBody>
          <a:bodyPr/>
          <a:lstStyle/>
          <a:p>
            <a:fld id="{E0FFFE1A-4519-6C4C-8D32-D82A0BEE47CD}" type="datetimeFigureOut">
              <a:rPr lang="en-US" smtClean="0"/>
              <a:pPr/>
              <a:t>4/30/2026</a:t>
            </a:fld>
            <a:endParaRPr lang="en-US" dirty="0"/>
          </a:p>
        </p:txBody>
      </p:sp>
      <p:sp>
        <p:nvSpPr>
          <p:cNvPr id="6" name="Footer Placeholder 5">
            <a:extLst>
              <a:ext uri="{FF2B5EF4-FFF2-40B4-BE49-F238E27FC236}">
                <a16:creationId xmlns:a16="http://schemas.microsoft.com/office/drawing/2014/main" id="{78CDC380-568B-B003-8EA7-26188F40623E}"/>
              </a:ext>
            </a:extLst>
          </p:cNvPr>
          <p:cNvSpPr>
            <a:spLocks noGrp="1"/>
          </p:cNvSpPr>
          <p:nvPr>
            <p:ph type="ftr" sz="quarter" idx="18"/>
          </p:nvPr>
        </p:nvSpPr>
        <p:spPr/>
        <p:txBody>
          <a:bodyPr/>
          <a:lstStyle/>
          <a:p>
            <a:endParaRPr lang="en-US" dirty="0"/>
          </a:p>
        </p:txBody>
      </p:sp>
      <p:sp>
        <p:nvSpPr>
          <p:cNvPr id="7" name="Slide Number Placeholder 6">
            <a:extLst>
              <a:ext uri="{FF2B5EF4-FFF2-40B4-BE49-F238E27FC236}">
                <a16:creationId xmlns:a16="http://schemas.microsoft.com/office/drawing/2014/main" id="{8B898F32-9369-C76E-53F3-8F32E8A36A0D}"/>
              </a:ext>
            </a:extLst>
          </p:cNvPr>
          <p:cNvSpPr>
            <a:spLocks noGrp="1"/>
          </p:cNvSpPr>
          <p:nvPr>
            <p:ph type="sldNum" sz="quarter" idx="19"/>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342849630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hree images 02">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9FE4BCE4-7103-4220-28D1-881594C4427D}"/>
              </a:ext>
            </a:extLst>
          </p:cNvPr>
          <p:cNvSpPr>
            <a:spLocks noGrp="1"/>
          </p:cNvSpPr>
          <p:nvPr>
            <p:ph type="pic" sz="quarter" idx="13"/>
          </p:nvPr>
        </p:nvSpPr>
        <p:spPr>
          <a:xfrm>
            <a:off x="0" y="0"/>
            <a:ext cx="12192000" cy="6858000"/>
          </a:xfrm>
          <a:custGeom>
            <a:avLst/>
            <a:gdLst>
              <a:gd name="connsiteX0" fmla="*/ 1359696 w 12192000"/>
              <a:gd name="connsiteY0" fmla="*/ 3263901 h 6858000"/>
              <a:gd name="connsiteX1" fmla="*/ 1359696 w 12192000"/>
              <a:gd name="connsiteY1" fmla="*/ 6160457 h 6858000"/>
              <a:gd name="connsiteX2" fmla="*/ 1434267 w 12192000"/>
              <a:gd name="connsiteY2" fmla="*/ 6160457 h 6858000"/>
              <a:gd name="connsiteX3" fmla="*/ 1434267 w 12192000"/>
              <a:gd name="connsiteY3" fmla="*/ 3263901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359696" y="3263901"/>
                </a:moveTo>
                <a:lnTo>
                  <a:pt x="1359696" y="6160457"/>
                </a:lnTo>
                <a:lnTo>
                  <a:pt x="1434267" y="6160457"/>
                </a:lnTo>
                <a:lnTo>
                  <a:pt x="1434267" y="3263901"/>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1800752" y="3180691"/>
            <a:ext cx="4098244" cy="523220"/>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7" name="Picture Placeholder 14">
            <a:extLst>
              <a:ext uri="{FF2B5EF4-FFF2-40B4-BE49-F238E27FC236}">
                <a16:creationId xmlns:a16="http://schemas.microsoft.com/office/drawing/2014/main" id="{7787599C-A924-B198-CDBF-B90D5FB950B8}"/>
              </a:ext>
            </a:extLst>
          </p:cNvPr>
          <p:cNvSpPr>
            <a:spLocks noGrp="1"/>
          </p:cNvSpPr>
          <p:nvPr>
            <p:ph type="pic" sz="quarter" idx="16"/>
          </p:nvPr>
        </p:nvSpPr>
        <p:spPr>
          <a:xfrm>
            <a:off x="934974" y="691376"/>
            <a:ext cx="5384773" cy="2199115"/>
          </a:xfrm>
        </p:spPr>
        <p:txBody>
          <a:bodyPr/>
          <a:lstStyle>
            <a:lvl1pPr marL="0" indent="0">
              <a:buNone/>
              <a:defRPr/>
            </a:lvl1pPr>
          </a:lstStyle>
          <a:p>
            <a:r>
              <a:rPr lang="en-US"/>
              <a:t>Click icon to add picture</a:t>
            </a:r>
            <a:endParaRPr lang="en-US" dirty="0"/>
          </a:p>
        </p:txBody>
      </p:sp>
      <p:sp>
        <p:nvSpPr>
          <p:cNvPr id="16" name="Picture Placeholder 14">
            <a:extLst>
              <a:ext uri="{FF2B5EF4-FFF2-40B4-BE49-F238E27FC236}">
                <a16:creationId xmlns:a16="http://schemas.microsoft.com/office/drawing/2014/main" id="{1FE814E3-7A6E-78CB-8975-1FBC83941D95}"/>
              </a:ext>
            </a:extLst>
          </p:cNvPr>
          <p:cNvSpPr>
            <a:spLocks noGrp="1"/>
          </p:cNvSpPr>
          <p:nvPr>
            <p:ph type="pic" sz="quarter" idx="15"/>
          </p:nvPr>
        </p:nvSpPr>
        <p:spPr>
          <a:xfrm>
            <a:off x="1888133" y="3961343"/>
            <a:ext cx="4415861" cy="2205278"/>
          </a:xfrm>
        </p:spPr>
        <p:txBody>
          <a:bodyPr/>
          <a:lstStyle>
            <a:lvl1pPr marL="0" indent="0">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6560334" y="691373"/>
            <a:ext cx="4685542" cy="5486399"/>
          </a:xfrm>
        </p:spPr>
        <p:txBody>
          <a:bodyPr/>
          <a:lstStyle>
            <a:lvl1pPr marL="0" indent="0">
              <a:buNone/>
              <a:defRPr/>
            </a:lvl1pPr>
          </a:lstStyle>
          <a:p>
            <a:r>
              <a:rPr lang="en-US"/>
              <a:t>Click icon to add picture</a:t>
            </a:r>
            <a:endParaRPr lang="en-US" dirty="0"/>
          </a:p>
        </p:txBody>
      </p:sp>
      <p:sp>
        <p:nvSpPr>
          <p:cNvPr id="29" name="Rectangle 28">
            <a:extLst>
              <a:ext uri="{FF2B5EF4-FFF2-40B4-BE49-F238E27FC236}">
                <a16:creationId xmlns:a16="http://schemas.microsoft.com/office/drawing/2014/main" id="{A1F3960E-A046-46FA-B109-A969BC62D072}"/>
              </a:ext>
            </a:extLst>
          </p:cNvPr>
          <p:cNvSpPr/>
          <p:nvPr userDrawn="1"/>
        </p:nvSpPr>
        <p:spPr>
          <a:xfrm flipH="1">
            <a:off x="1359696" y="3263901"/>
            <a:ext cx="74571" cy="28965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Date Placeholder 3">
            <a:extLst>
              <a:ext uri="{FF2B5EF4-FFF2-40B4-BE49-F238E27FC236}">
                <a16:creationId xmlns:a16="http://schemas.microsoft.com/office/drawing/2014/main" id="{FF5C4470-FA3A-CB0F-6B7B-BA7DD3151A0D}"/>
              </a:ext>
            </a:extLst>
          </p:cNvPr>
          <p:cNvSpPr>
            <a:spLocks noGrp="1"/>
          </p:cNvSpPr>
          <p:nvPr>
            <p:ph type="dt" sz="half" idx="17"/>
          </p:nvPr>
        </p:nvSpPr>
        <p:spPr/>
        <p:txBody>
          <a:bodyPr/>
          <a:lstStyle/>
          <a:p>
            <a:fld id="{E0FFFE1A-4519-6C4C-8D32-D82A0BEE47CD}" type="datetimeFigureOut">
              <a:rPr lang="en-US" smtClean="0"/>
              <a:pPr/>
              <a:t>4/30/2026</a:t>
            </a:fld>
            <a:endParaRPr lang="en-US" dirty="0"/>
          </a:p>
        </p:txBody>
      </p:sp>
      <p:sp>
        <p:nvSpPr>
          <p:cNvPr id="5" name="Footer Placeholder 4">
            <a:extLst>
              <a:ext uri="{FF2B5EF4-FFF2-40B4-BE49-F238E27FC236}">
                <a16:creationId xmlns:a16="http://schemas.microsoft.com/office/drawing/2014/main" id="{8561CC4C-70B6-ACC3-0EF1-A9A659438875}"/>
              </a:ext>
            </a:extLst>
          </p:cNvPr>
          <p:cNvSpPr>
            <a:spLocks noGrp="1"/>
          </p:cNvSpPr>
          <p:nvPr>
            <p:ph type="ftr" sz="quarter" idx="18"/>
          </p:nvPr>
        </p:nvSpPr>
        <p:spPr/>
        <p:txBody>
          <a:bodyPr/>
          <a:lstStyle/>
          <a:p>
            <a:endParaRPr lang="en-US" dirty="0"/>
          </a:p>
        </p:txBody>
      </p:sp>
      <p:sp>
        <p:nvSpPr>
          <p:cNvPr id="6" name="Slide Number Placeholder 5">
            <a:extLst>
              <a:ext uri="{FF2B5EF4-FFF2-40B4-BE49-F238E27FC236}">
                <a16:creationId xmlns:a16="http://schemas.microsoft.com/office/drawing/2014/main" id="{6D79273E-7AB7-F56A-7E95-A520FB9FFEC1}"/>
              </a:ext>
            </a:extLst>
          </p:cNvPr>
          <p:cNvSpPr>
            <a:spLocks noGrp="1"/>
          </p:cNvSpPr>
          <p:nvPr>
            <p:ph type="sldNum" sz="quarter" idx="19"/>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115420551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D23D9A70-97D9-6792-FBD8-8F710E8BFA8D}"/>
              </a:ext>
            </a:extLst>
          </p:cNvPr>
          <p:cNvSpPr>
            <a:spLocks noGrp="1"/>
          </p:cNvSpPr>
          <p:nvPr>
            <p:ph type="pic" sz="quarter" idx="10"/>
          </p:nvPr>
        </p:nvSpPr>
        <p:spPr>
          <a:xfrm>
            <a:off x="0" y="0"/>
            <a:ext cx="12192000" cy="6858000"/>
          </a:xfrm>
          <a:prstGeom prst="rect">
            <a:avLst/>
          </a:prstGeom>
        </p:spPr>
        <p:txBody>
          <a:bodyPr wrap="square">
            <a:noAutofit/>
          </a:bodyPr>
          <a:lstStyle>
            <a:lvl1pPr marL="0" indent="0">
              <a:buNone/>
              <a:defRPr/>
            </a:lvl1pPr>
          </a:lstStyle>
          <a:p>
            <a:r>
              <a:rPr lang="en-US"/>
              <a:t>Click icon to add picture</a:t>
            </a:r>
            <a:endParaRPr lang="en-US" dirty="0"/>
          </a:p>
        </p:txBody>
      </p:sp>
      <p:sp>
        <p:nvSpPr>
          <p:cNvPr id="15" name="Picture Placeholder 14">
            <a:extLst>
              <a:ext uri="{FF2B5EF4-FFF2-40B4-BE49-F238E27FC236}">
                <a16:creationId xmlns:a16="http://schemas.microsoft.com/office/drawing/2014/main" id="{7C230F7C-D474-7F46-1388-010330BD037D}"/>
              </a:ext>
            </a:extLst>
          </p:cNvPr>
          <p:cNvSpPr>
            <a:spLocks noGrp="1"/>
          </p:cNvSpPr>
          <p:nvPr>
            <p:ph type="pic" sz="quarter" idx="11"/>
          </p:nvPr>
        </p:nvSpPr>
        <p:spPr>
          <a:xfrm>
            <a:off x="0" y="605117"/>
            <a:ext cx="12192000" cy="5647766"/>
          </a:xfrm>
          <a:prstGeom prst="rect">
            <a:avLst/>
          </a:prstGeom>
        </p:spPr>
        <p:txBody>
          <a:bodyPr wrap="square">
            <a:noAutofit/>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B7DC26C7-4A35-5289-EDCF-18144343F391}"/>
              </a:ext>
            </a:extLst>
          </p:cNvPr>
          <p:cNvSpPr>
            <a:spLocks noGrp="1"/>
          </p:cNvSpPr>
          <p:nvPr>
            <p:ph type="title"/>
          </p:nvPr>
        </p:nvSpPr>
        <p:spPr>
          <a:xfrm>
            <a:off x="0" y="1"/>
            <a:ext cx="12199431" cy="3381000"/>
          </a:xfrm>
          <a:solidFill>
            <a:schemeClr val="tx1">
              <a:alpha val="29000"/>
            </a:schemeClr>
          </a:solidFill>
        </p:spPr>
        <p:txBody>
          <a:bodyPr anchor="b"/>
          <a:lstStyle>
            <a:lvl1pPr algn="ctr">
              <a:defRPr>
                <a:solidFill>
                  <a:schemeClr val="accent2"/>
                </a:solidFill>
              </a:defRPr>
            </a:lvl1pPr>
          </a:lstStyle>
          <a:p>
            <a:r>
              <a:rPr lang="en-US"/>
              <a:t>Click to edit Master title style</a:t>
            </a:r>
            <a:endParaRPr lang="en-US" dirty="0"/>
          </a:p>
        </p:txBody>
      </p:sp>
      <p:sp>
        <p:nvSpPr>
          <p:cNvPr id="19" name="Text Placeholder 18">
            <a:extLst>
              <a:ext uri="{FF2B5EF4-FFF2-40B4-BE49-F238E27FC236}">
                <a16:creationId xmlns:a16="http://schemas.microsoft.com/office/drawing/2014/main" id="{702A49C3-707F-F367-9A69-6FB934102DB1}"/>
              </a:ext>
            </a:extLst>
          </p:cNvPr>
          <p:cNvSpPr>
            <a:spLocks noGrp="1"/>
          </p:cNvSpPr>
          <p:nvPr>
            <p:ph type="body" sz="quarter" idx="12"/>
          </p:nvPr>
        </p:nvSpPr>
        <p:spPr>
          <a:xfrm>
            <a:off x="0" y="3379488"/>
            <a:ext cx="12199430" cy="3486280"/>
          </a:xfrm>
          <a:solidFill>
            <a:schemeClr val="tx1">
              <a:alpha val="29000"/>
            </a:schemeClr>
          </a:solidFill>
        </p:spPr>
        <p:txBody>
          <a:bodyPr>
            <a:noAutofit/>
          </a:bodyPr>
          <a:lstStyle>
            <a:lvl1pPr marL="0" indent="0" algn="ctr">
              <a:lnSpc>
                <a:spcPts val="6840"/>
              </a:lnSpc>
              <a:spcBef>
                <a:spcPts val="0"/>
              </a:spcBef>
              <a:buNone/>
              <a:defRPr sz="7200" b="1">
                <a:latin typeface="+mj-lt"/>
              </a:defRPr>
            </a:lvl1pPr>
          </a:lstStyle>
          <a:p>
            <a:pPr lvl="0"/>
            <a:r>
              <a:rPr lang="en-US"/>
              <a:t>Click to edit Master text styles</a:t>
            </a:r>
          </a:p>
        </p:txBody>
      </p:sp>
    </p:spTree>
    <p:extLst>
      <p:ext uri="{BB962C8B-B14F-4D97-AF65-F5344CB8AC3E}">
        <p14:creationId xmlns:p14="http://schemas.microsoft.com/office/powerpoint/2010/main" val="4013718327"/>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images 03">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E4755DF2-29CB-0203-575E-2C006AA2000B}"/>
              </a:ext>
            </a:extLst>
          </p:cNvPr>
          <p:cNvSpPr>
            <a:spLocks noGrp="1"/>
          </p:cNvSpPr>
          <p:nvPr>
            <p:ph type="pic" sz="quarter" idx="17"/>
          </p:nvPr>
        </p:nvSpPr>
        <p:spPr>
          <a:xfrm>
            <a:off x="0" y="-4"/>
            <a:ext cx="12192000" cy="6858000"/>
          </a:xfrm>
          <a:custGeom>
            <a:avLst/>
            <a:gdLst>
              <a:gd name="connsiteX0" fmla="*/ 1296121 w 12192000"/>
              <a:gd name="connsiteY0" fmla="*/ 3425863 h 6858000"/>
              <a:gd name="connsiteX1" fmla="*/ 1296121 w 12192000"/>
              <a:gd name="connsiteY1" fmla="*/ 6163487 h 6858000"/>
              <a:gd name="connsiteX2" fmla="*/ 1370692 w 12192000"/>
              <a:gd name="connsiteY2" fmla="*/ 6163487 h 6858000"/>
              <a:gd name="connsiteX3" fmla="*/ 1370692 w 12192000"/>
              <a:gd name="connsiteY3" fmla="*/ 3425863 h 6858000"/>
              <a:gd name="connsiteX4" fmla="*/ 7545828 w 12192000"/>
              <a:gd name="connsiteY4" fmla="*/ 1046106 h 6858000"/>
              <a:gd name="connsiteX5" fmla="*/ 7545828 w 12192000"/>
              <a:gd name="connsiteY5" fmla="*/ 1687903 h 6858000"/>
              <a:gd name="connsiteX6" fmla="*/ 7619850 w 12192000"/>
              <a:gd name="connsiteY6" fmla="*/ 1687903 h 6858000"/>
              <a:gd name="connsiteX7" fmla="*/ 7619850 w 12192000"/>
              <a:gd name="connsiteY7" fmla="*/ 1046106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296121" y="3425863"/>
                </a:moveTo>
                <a:lnTo>
                  <a:pt x="1296121" y="6163487"/>
                </a:lnTo>
                <a:lnTo>
                  <a:pt x="1370692" y="6163487"/>
                </a:lnTo>
                <a:lnTo>
                  <a:pt x="1370692" y="3425863"/>
                </a:lnTo>
                <a:close/>
                <a:moveTo>
                  <a:pt x="7545828" y="1046106"/>
                </a:moveTo>
                <a:lnTo>
                  <a:pt x="7545828" y="1687903"/>
                </a:lnTo>
                <a:lnTo>
                  <a:pt x="7619850" y="1687903"/>
                </a:lnTo>
                <a:lnTo>
                  <a:pt x="7619850" y="1046106"/>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7836667" y="1006028"/>
            <a:ext cx="3421114" cy="738664"/>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953834" y="679593"/>
            <a:ext cx="5995516" cy="2495370"/>
          </a:xfrm>
        </p:spPr>
        <p:txBody>
          <a:bodyPr/>
          <a:lstStyle>
            <a:lvl1pPr marL="0" indent="0">
              <a:buNone/>
              <a:defRPr/>
            </a:lvl1pPr>
          </a:lstStyle>
          <a:p>
            <a:r>
              <a:rPr lang="en-US"/>
              <a:t>Click icon to add picture</a:t>
            </a:r>
            <a:endParaRPr lang="en-US" dirty="0"/>
          </a:p>
        </p:txBody>
      </p:sp>
      <p:sp>
        <p:nvSpPr>
          <p:cNvPr id="17" name="Picture Placeholder 14">
            <a:extLst>
              <a:ext uri="{FF2B5EF4-FFF2-40B4-BE49-F238E27FC236}">
                <a16:creationId xmlns:a16="http://schemas.microsoft.com/office/drawing/2014/main" id="{7787599C-A924-B198-CDBF-B90D5FB950B8}"/>
              </a:ext>
            </a:extLst>
          </p:cNvPr>
          <p:cNvSpPr>
            <a:spLocks noGrp="1"/>
          </p:cNvSpPr>
          <p:nvPr>
            <p:ph type="pic" sz="quarter" idx="16"/>
          </p:nvPr>
        </p:nvSpPr>
        <p:spPr>
          <a:xfrm>
            <a:off x="2059888" y="3448161"/>
            <a:ext cx="4889464" cy="2740763"/>
          </a:xfrm>
        </p:spPr>
        <p:txBody>
          <a:bodyPr/>
          <a:lstStyle>
            <a:lvl1pPr marL="0" indent="0">
              <a:buNone/>
              <a:defRPr/>
            </a:lvl1pPr>
          </a:lstStyle>
          <a:p>
            <a:r>
              <a:rPr lang="en-US"/>
              <a:t>Click icon to add picture</a:t>
            </a:r>
            <a:endParaRPr lang="en-US" dirty="0"/>
          </a:p>
        </p:txBody>
      </p:sp>
      <p:sp>
        <p:nvSpPr>
          <p:cNvPr id="18" name="Picture Placeholder 14">
            <a:extLst>
              <a:ext uri="{FF2B5EF4-FFF2-40B4-BE49-F238E27FC236}">
                <a16:creationId xmlns:a16="http://schemas.microsoft.com/office/drawing/2014/main" id="{5DF1C5D6-E90E-8FEC-65D6-220522F97FC6}"/>
              </a:ext>
            </a:extLst>
          </p:cNvPr>
          <p:cNvSpPr>
            <a:spLocks noGrp="1"/>
          </p:cNvSpPr>
          <p:nvPr>
            <p:ph type="pic" sz="quarter" idx="18"/>
          </p:nvPr>
        </p:nvSpPr>
        <p:spPr>
          <a:xfrm>
            <a:off x="7207376" y="2247813"/>
            <a:ext cx="4050403" cy="3918809"/>
          </a:xfrm>
        </p:spPr>
        <p:txBody>
          <a:bodyPr/>
          <a:lstStyle>
            <a:lvl1pPr marL="0" indent="0">
              <a:buNone/>
              <a:defRPr/>
            </a:lvl1pPr>
          </a:lstStyle>
          <a:p>
            <a:r>
              <a:rPr lang="en-US"/>
              <a:t>Click icon to add picture</a:t>
            </a:r>
            <a:endParaRPr lang="en-US" dirty="0"/>
          </a:p>
        </p:txBody>
      </p:sp>
      <p:sp>
        <p:nvSpPr>
          <p:cNvPr id="23" name="Rectangle 22">
            <a:extLst>
              <a:ext uri="{FF2B5EF4-FFF2-40B4-BE49-F238E27FC236}">
                <a16:creationId xmlns:a16="http://schemas.microsoft.com/office/drawing/2014/main" id="{FC8EBAF9-87BE-1EF9-409C-C9CB960840BA}"/>
              </a:ext>
            </a:extLst>
          </p:cNvPr>
          <p:cNvSpPr/>
          <p:nvPr userDrawn="1"/>
        </p:nvSpPr>
        <p:spPr>
          <a:xfrm flipH="1">
            <a:off x="1296121" y="3425859"/>
            <a:ext cx="74571" cy="273762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F45B9C39-5C81-CEF4-7A39-45CE321DB41B}"/>
              </a:ext>
            </a:extLst>
          </p:cNvPr>
          <p:cNvSpPr/>
          <p:nvPr userDrawn="1"/>
        </p:nvSpPr>
        <p:spPr>
          <a:xfrm flipH="1">
            <a:off x="7545828" y="1046102"/>
            <a:ext cx="74022" cy="641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Date Placeholder 24">
            <a:extLst>
              <a:ext uri="{FF2B5EF4-FFF2-40B4-BE49-F238E27FC236}">
                <a16:creationId xmlns:a16="http://schemas.microsoft.com/office/drawing/2014/main" id="{CEE47405-C80E-7F76-78D3-D23F1DBB2E92}"/>
              </a:ext>
            </a:extLst>
          </p:cNvPr>
          <p:cNvSpPr>
            <a:spLocks noGrp="1"/>
          </p:cNvSpPr>
          <p:nvPr>
            <p:ph type="dt" sz="half" idx="19"/>
          </p:nvPr>
        </p:nvSpPr>
        <p:spPr/>
        <p:txBody>
          <a:bodyPr/>
          <a:lstStyle/>
          <a:p>
            <a:fld id="{E0FFFE1A-4519-6C4C-8D32-D82A0BEE47CD}" type="datetimeFigureOut">
              <a:rPr lang="en-US" smtClean="0"/>
              <a:pPr/>
              <a:t>4/30/2026</a:t>
            </a:fld>
            <a:endParaRPr lang="en-US" dirty="0"/>
          </a:p>
        </p:txBody>
      </p:sp>
      <p:sp>
        <p:nvSpPr>
          <p:cNvPr id="26" name="Footer Placeholder 25">
            <a:extLst>
              <a:ext uri="{FF2B5EF4-FFF2-40B4-BE49-F238E27FC236}">
                <a16:creationId xmlns:a16="http://schemas.microsoft.com/office/drawing/2014/main" id="{6E024150-A865-4C67-62C0-8443D636C797}"/>
              </a:ext>
            </a:extLst>
          </p:cNvPr>
          <p:cNvSpPr>
            <a:spLocks noGrp="1"/>
          </p:cNvSpPr>
          <p:nvPr>
            <p:ph type="ftr" sz="quarter" idx="20"/>
          </p:nvPr>
        </p:nvSpPr>
        <p:spPr/>
        <p:txBody>
          <a:bodyPr/>
          <a:lstStyle/>
          <a:p>
            <a:endParaRPr lang="en-US" dirty="0"/>
          </a:p>
        </p:txBody>
      </p:sp>
      <p:sp>
        <p:nvSpPr>
          <p:cNvPr id="27" name="Slide Number Placeholder 26">
            <a:extLst>
              <a:ext uri="{FF2B5EF4-FFF2-40B4-BE49-F238E27FC236}">
                <a16:creationId xmlns:a16="http://schemas.microsoft.com/office/drawing/2014/main" id="{80D30AFC-A92E-4EE5-CD54-43F8A7C66BA3}"/>
              </a:ext>
            </a:extLst>
          </p:cNvPr>
          <p:cNvSpPr>
            <a:spLocks noGrp="1"/>
          </p:cNvSpPr>
          <p:nvPr>
            <p:ph type="sldNum" sz="quarter" idx="21"/>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36761777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images 0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884AD23-AB3F-1A33-5F6F-C8508EF1D7CC}"/>
              </a:ext>
            </a:extLst>
          </p:cNvPr>
          <p:cNvSpPr/>
          <p:nvPr userDrawn="1"/>
        </p:nvSpPr>
        <p:spPr>
          <a:xfrm flipH="1">
            <a:off x="1040658" y="5035371"/>
            <a:ext cx="74022" cy="641797"/>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F3E64DA5-8E4B-34F5-39C7-5FF1D5635A91}"/>
              </a:ext>
            </a:extLst>
          </p:cNvPr>
          <p:cNvSpPr/>
          <p:nvPr userDrawn="1"/>
        </p:nvSpPr>
        <p:spPr>
          <a:xfrm>
            <a:off x="815799" y="986594"/>
            <a:ext cx="4050403" cy="74572"/>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Picture Placeholder 8">
            <a:extLst>
              <a:ext uri="{FF2B5EF4-FFF2-40B4-BE49-F238E27FC236}">
                <a16:creationId xmlns:a16="http://schemas.microsoft.com/office/drawing/2014/main" id="{95AE7784-D9AF-01D4-9DC2-EE966F53A675}"/>
              </a:ext>
            </a:extLst>
          </p:cNvPr>
          <p:cNvSpPr>
            <a:spLocks noGrp="1"/>
          </p:cNvSpPr>
          <p:nvPr>
            <p:ph type="pic" sz="quarter" idx="17"/>
          </p:nvPr>
        </p:nvSpPr>
        <p:spPr>
          <a:xfrm>
            <a:off x="0" y="-4"/>
            <a:ext cx="12192000" cy="6858000"/>
          </a:xfrm>
          <a:custGeom>
            <a:avLst/>
            <a:gdLst>
              <a:gd name="connsiteX0" fmla="*/ 1040658 w 12192000"/>
              <a:gd name="connsiteY0" fmla="*/ 5035375 h 6858000"/>
              <a:gd name="connsiteX1" fmla="*/ 1040658 w 12192000"/>
              <a:gd name="connsiteY1" fmla="*/ 5677172 h 6858000"/>
              <a:gd name="connsiteX2" fmla="*/ 1114680 w 12192000"/>
              <a:gd name="connsiteY2" fmla="*/ 5677172 h 6858000"/>
              <a:gd name="connsiteX3" fmla="*/ 1114680 w 12192000"/>
              <a:gd name="connsiteY3" fmla="*/ 5035375 h 6858000"/>
              <a:gd name="connsiteX4" fmla="*/ 815799 w 12192000"/>
              <a:gd name="connsiteY4" fmla="*/ 986598 h 6858000"/>
              <a:gd name="connsiteX5" fmla="*/ 815799 w 12192000"/>
              <a:gd name="connsiteY5" fmla="*/ 1061170 h 6858000"/>
              <a:gd name="connsiteX6" fmla="*/ 4866202 w 12192000"/>
              <a:gd name="connsiteY6" fmla="*/ 1061170 h 6858000"/>
              <a:gd name="connsiteX7" fmla="*/ 4866202 w 12192000"/>
              <a:gd name="connsiteY7" fmla="*/ 986598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040658" y="5035375"/>
                </a:moveTo>
                <a:lnTo>
                  <a:pt x="1040658" y="5677172"/>
                </a:lnTo>
                <a:lnTo>
                  <a:pt x="1114680" y="5677172"/>
                </a:lnTo>
                <a:lnTo>
                  <a:pt x="1114680" y="5035375"/>
                </a:lnTo>
                <a:close/>
                <a:moveTo>
                  <a:pt x="815799" y="986598"/>
                </a:moveTo>
                <a:lnTo>
                  <a:pt x="815799" y="1061170"/>
                </a:lnTo>
                <a:lnTo>
                  <a:pt x="4866202" y="1061170"/>
                </a:lnTo>
                <a:lnTo>
                  <a:pt x="4866202" y="986598"/>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1293735" y="4938504"/>
            <a:ext cx="3421114" cy="738664"/>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815800" y="1485900"/>
            <a:ext cx="4050402" cy="3124737"/>
          </a:xfrm>
        </p:spPr>
        <p:txBody>
          <a:bodyPr/>
          <a:lstStyle>
            <a:lvl1pPr marL="0" indent="0">
              <a:buNone/>
              <a:defRPr/>
            </a:lvl1pPr>
          </a:lstStyle>
          <a:p>
            <a:r>
              <a:rPr lang="en-US"/>
              <a:t>Click icon to add picture</a:t>
            </a:r>
            <a:endParaRPr lang="en-US" dirty="0"/>
          </a:p>
        </p:txBody>
      </p:sp>
      <p:sp>
        <p:nvSpPr>
          <p:cNvPr id="18" name="Picture Placeholder 14">
            <a:extLst>
              <a:ext uri="{FF2B5EF4-FFF2-40B4-BE49-F238E27FC236}">
                <a16:creationId xmlns:a16="http://schemas.microsoft.com/office/drawing/2014/main" id="{5DF1C5D6-E90E-8FEC-65D6-220522F97FC6}"/>
              </a:ext>
            </a:extLst>
          </p:cNvPr>
          <p:cNvSpPr>
            <a:spLocks noGrp="1"/>
          </p:cNvSpPr>
          <p:nvPr>
            <p:ph type="pic" sz="quarter" idx="18"/>
          </p:nvPr>
        </p:nvSpPr>
        <p:spPr>
          <a:xfrm>
            <a:off x="5102862" y="691376"/>
            <a:ext cx="6319907" cy="5497548"/>
          </a:xfrm>
        </p:spPr>
        <p:txBody>
          <a:bodyPr/>
          <a:lstStyle>
            <a:lvl1pPr marL="0" indent="0">
              <a:buNone/>
              <a:defRPr/>
            </a:lvl1pPr>
          </a:lstStyle>
          <a:p>
            <a:r>
              <a:rPr lang="en-US"/>
              <a:t>Click icon to add picture</a:t>
            </a:r>
            <a:endParaRPr lang="en-US" dirty="0"/>
          </a:p>
        </p:txBody>
      </p:sp>
      <p:sp>
        <p:nvSpPr>
          <p:cNvPr id="12" name="Date Placeholder 11">
            <a:extLst>
              <a:ext uri="{FF2B5EF4-FFF2-40B4-BE49-F238E27FC236}">
                <a16:creationId xmlns:a16="http://schemas.microsoft.com/office/drawing/2014/main" id="{F5FE9840-4D0A-3215-593A-31C8AEDE228E}"/>
              </a:ext>
            </a:extLst>
          </p:cNvPr>
          <p:cNvSpPr>
            <a:spLocks noGrp="1"/>
          </p:cNvSpPr>
          <p:nvPr>
            <p:ph type="dt" sz="half" idx="19"/>
          </p:nvPr>
        </p:nvSpPr>
        <p:spPr/>
        <p:txBody>
          <a:bodyPr/>
          <a:lstStyle/>
          <a:p>
            <a:fld id="{E0FFFE1A-4519-6C4C-8D32-D82A0BEE47CD}" type="datetimeFigureOut">
              <a:rPr lang="en-US" smtClean="0"/>
              <a:pPr/>
              <a:t>4/30/2026</a:t>
            </a:fld>
            <a:endParaRPr lang="en-US" dirty="0"/>
          </a:p>
        </p:txBody>
      </p:sp>
      <p:sp>
        <p:nvSpPr>
          <p:cNvPr id="13" name="Footer Placeholder 12">
            <a:extLst>
              <a:ext uri="{FF2B5EF4-FFF2-40B4-BE49-F238E27FC236}">
                <a16:creationId xmlns:a16="http://schemas.microsoft.com/office/drawing/2014/main" id="{7B56F20A-574B-41CB-8972-E70883590F97}"/>
              </a:ext>
            </a:extLst>
          </p:cNvPr>
          <p:cNvSpPr>
            <a:spLocks noGrp="1"/>
          </p:cNvSpPr>
          <p:nvPr>
            <p:ph type="ftr" sz="quarter" idx="20"/>
          </p:nvPr>
        </p:nvSpPr>
        <p:spPr/>
        <p:txBody>
          <a:bodyPr/>
          <a:lstStyle/>
          <a:p>
            <a:endParaRPr lang="en-US" dirty="0"/>
          </a:p>
        </p:txBody>
      </p:sp>
      <p:sp>
        <p:nvSpPr>
          <p:cNvPr id="14" name="Slide Number Placeholder 13">
            <a:extLst>
              <a:ext uri="{FF2B5EF4-FFF2-40B4-BE49-F238E27FC236}">
                <a16:creationId xmlns:a16="http://schemas.microsoft.com/office/drawing/2014/main" id="{F5D41DF7-DCDC-5CCE-5EE4-426AFE7564A0}"/>
              </a:ext>
            </a:extLst>
          </p:cNvPr>
          <p:cNvSpPr>
            <a:spLocks noGrp="1"/>
          </p:cNvSpPr>
          <p:nvPr>
            <p:ph type="sldNum" sz="quarter" idx="21"/>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906625266"/>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images 04">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C834B79-4321-EC6F-217D-AB9D6B4BE1E9}"/>
              </a:ext>
            </a:extLst>
          </p:cNvPr>
          <p:cNvSpPr/>
          <p:nvPr userDrawn="1"/>
        </p:nvSpPr>
        <p:spPr>
          <a:xfrm flipH="1">
            <a:off x="10913980" y="888045"/>
            <a:ext cx="74570" cy="271865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4582727-135A-5E49-19A0-822E5D29C2C4}"/>
              </a:ext>
            </a:extLst>
          </p:cNvPr>
          <p:cNvSpPr/>
          <p:nvPr userDrawn="1"/>
        </p:nvSpPr>
        <p:spPr>
          <a:xfrm flipH="1">
            <a:off x="6818778" y="3263801"/>
            <a:ext cx="74571" cy="3429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9">
            <a:extLst>
              <a:ext uri="{FF2B5EF4-FFF2-40B4-BE49-F238E27FC236}">
                <a16:creationId xmlns:a16="http://schemas.microsoft.com/office/drawing/2014/main" id="{C9CFF2A9-CB8F-76AC-39E6-AB90CB03A2BF}"/>
              </a:ext>
            </a:extLst>
          </p:cNvPr>
          <p:cNvSpPr>
            <a:spLocks noGrp="1"/>
          </p:cNvSpPr>
          <p:nvPr>
            <p:ph type="pic" sz="quarter" idx="17"/>
          </p:nvPr>
        </p:nvSpPr>
        <p:spPr>
          <a:xfrm>
            <a:off x="0" y="-4"/>
            <a:ext cx="12192000" cy="6858000"/>
          </a:xfrm>
          <a:custGeom>
            <a:avLst/>
            <a:gdLst>
              <a:gd name="connsiteX0" fmla="*/ 6818778 w 12192000"/>
              <a:gd name="connsiteY0" fmla="*/ 3263805 h 6858000"/>
              <a:gd name="connsiteX1" fmla="*/ 6818778 w 12192000"/>
              <a:gd name="connsiteY1" fmla="*/ 3606705 h 6858000"/>
              <a:gd name="connsiteX2" fmla="*/ 6893349 w 12192000"/>
              <a:gd name="connsiteY2" fmla="*/ 3606705 h 6858000"/>
              <a:gd name="connsiteX3" fmla="*/ 6893349 w 12192000"/>
              <a:gd name="connsiteY3" fmla="*/ 3263805 h 6858000"/>
              <a:gd name="connsiteX4" fmla="*/ 10913980 w 12192000"/>
              <a:gd name="connsiteY4" fmla="*/ 888049 h 6858000"/>
              <a:gd name="connsiteX5" fmla="*/ 10913980 w 12192000"/>
              <a:gd name="connsiteY5" fmla="*/ 3606705 h 6858000"/>
              <a:gd name="connsiteX6" fmla="*/ 10988550 w 12192000"/>
              <a:gd name="connsiteY6" fmla="*/ 3606705 h 6858000"/>
              <a:gd name="connsiteX7" fmla="*/ 10988550 w 12192000"/>
              <a:gd name="connsiteY7" fmla="*/ 888049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6818778" y="3263805"/>
                </a:moveTo>
                <a:lnTo>
                  <a:pt x="6818778" y="3606705"/>
                </a:lnTo>
                <a:lnTo>
                  <a:pt x="6893349" y="3606705"/>
                </a:lnTo>
                <a:lnTo>
                  <a:pt x="6893349" y="3263805"/>
                </a:lnTo>
                <a:close/>
                <a:moveTo>
                  <a:pt x="10913980" y="888049"/>
                </a:moveTo>
                <a:lnTo>
                  <a:pt x="10913980" y="3606705"/>
                </a:lnTo>
                <a:lnTo>
                  <a:pt x="10988550" y="3606705"/>
                </a:lnTo>
                <a:lnTo>
                  <a:pt x="10988550" y="888049"/>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3" name="Title 1">
            <a:extLst>
              <a:ext uri="{FF2B5EF4-FFF2-40B4-BE49-F238E27FC236}">
                <a16:creationId xmlns:a16="http://schemas.microsoft.com/office/drawing/2014/main" id="{A928D08E-0DB9-FA2C-2486-7673906EA604}"/>
              </a:ext>
            </a:extLst>
          </p:cNvPr>
          <p:cNvSpPr>
            <a:spLocks noGrp="1"/>
          </p:cNvSpPr>
          <p:nvPr>
            <p:ph type="title"/>
          </p:nvPr>
        </p:nvSpPr>
        <p:spPr>
          <a:xfrm>
            <a:off x="7173812" y="3155075"/>
            <a:ext cx="3421114" cy="548836"/>
          </a:xfrm>
        </p:spPr>
        <p:txBody>
          <a:bodyPr>
            <a:normAutofit/>
          </a:bodyPr>
          <a:lstStyle>
            <a:lvl1pPr>
              <a:lnSpc>
                <a:spcPct val="100000"/>
              </a:lnSpc>
              <a:defRPr sz="1400" b="0">
                <a:latin typeface="+mn-lt"/>
              </a:defRPr>
            </a:lvl1pPr>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B4D73574-9670-E642-D5E0-48D07813C363}"/>
              </a:ext>
            </a:extLst>
          </p:cNvPr>
          <p:cNvSpPr>
            <a:spLocks noGrp="1"/>
          </p:cNvSpPr>
          <p:nvPr>
            <p:ph type="pic" sz="quarter" idx="14"/>
          </p:nvPr>
        </p:nvSpPr>
        <p:spPr>
          <a:xfrm>
            <a:off x="1231678" y="875761"/>
            <a:ext cx="5019265" cy="5007736"/>
          </a:xfrm>
        </p:spPr>
        <p:txBody>
          <a:bodyPr/>
          <a:lstStyle>
            <a:lvl1pPr marL="0" indent="0">
              <a:buNone/>
              <a:defRPr/>
            </a:lvl1pPr>
          </a:lstStyle>
          <a:p>
            <a:r>
              <a:rPr lang="en-US"/>
              <a:t>Click icon to add picture</a:t>
            </a:r>
            <a:endParaRPr lang="en-US" dirty="0"/>
          </a:p>
        </p:txBody>
      </p:sp>
      <p:sp>
        <p:nvSpPr>
          <p:cNvPr id="18" name="Picture Placeholder 14">
            <a:extLst>
              <a:ext uri="{FF2B5EF4-FFF2-40B4-BE49-F238E27FC236}">
                <a16:creationId xmlns:a16="http://schemas.microsoft.com/office/drawing/2014/main" id="{5DF1C5D6-E90E-8FEC-65D6-220522F97FC6}"/>
              </a:ext>
            </a:extLst>
          </p:cNvPr>
          <p:cNvSpPr>
            <a:spLocks noGrp="1"/>
          </p:cNvSpPr>
          <p:nvPr>
            <p:ph type="pic" sz="quarter" idx="18"/>
          </p:nvPr>
        </p:nvSpPr>
        <p:spPr>
          <a:xfrm>
            <a:off x="6523807" y="875762"/>
            <a:ext cx="4050403" cy="2020824"/>
          </a:xfrm>
        </p:spPr>
        <p:txBody>
          <a:bodyPr/>
          <a:lstStyle>
            <a:lvl1pPr marL="0" indent="0">
              <a:buNone/>
              <a:defRPr/>
            </a:lvl1pPr>
          </a:lstStyle>
          <a:p>
            <a:r>
              <a:rPr lang="en-US"/>
              <a:t>Click icon to add picture</a:t>
            </a:r>
            <a:endParaRPr lang="en-US" dirty="0"/>
          </a:p>
        </p:txBody>
      </p:sp>
      <p:sp>
        <p:nvSpPr>
          <p:cNvPr id="17" name="Picture Placeholder 14">
            <a:extLst>
              <a:ext uri="{FF2B5EF4-FFF2-40B4-BE49-F238E27FC236}">
                <a16:creationId xmlns:a16="http://schemas.microsoft.com/office/drawing/2014/main" id="{7787599C-A924-B198-CDBF-B90D5FB950B8}"/>
              </a:ext>
            </a:extLst>
          </p:cNvPr>
          <p:cNvSpPr>
            <a:spLocks noGrp="1"/>
          </p:cNvSpPr>
          <p:nvPr>
            <p:ph type="pic" sz="quarter" idx="16"/>
          </p:nvPr>
        </p:nvSpPr>
        <p:spPr>
          <a:xfrm>
            <a:off x="6523805" y="3962400"/>
            <a:ext cx="4759237" cy="1920240"/>
          </a:xfrm>
        </p:spPr>
        <p:txBody>
          <a:bodyPr/>
          <a:lstStyle>
            <a:lvl1pPr marL="0" indent="0">
              <a:buNone/>
              <a:defRPr/>
            </a:lvl1pPr>
          </a:lstStyle>
          <a:p>
            <a:r>
              <a:rPr lang="en-US"/>
              <a:t>Click icon to add picture</a:t>
            </a:r>
            <a:endParaRPr lang="en-US" dirty="0"/>
          </a:p>
        </p:txBody>
      </p:sp>
      <p:sp>
        <p:nvSpPr>
          <p:cNvPr id="13" name="Date Placeholder 12">
            <a:extLst>
              <a:ext uri="{FF2B5EF4-FFF2-40B4-BE49-F238E27FC236}">
                <a16:creationId xmlns:a16="http://schemas.microsoft.com/office/drawing/2014/main" id="{A90CDF9A-0ECC-DBFF-B399-0515BB76C303}"/>
              </a:ext>
            </a:extLst>
          </p:cNvPr>
          <p:cNvSpPr>
            <a:spLocks noGrp="1"/>
          </p:cNvSpPr>
          <p:nvPr>
            <p:ph type="dt" sz="half" idx="19"/>
          </p:nvPr>
        </p:nvSpPr>
        <p:spPr/>
        <p:txBody>
          <a:bodyPr/>
          <a:lstStyle/>
          <a:p>
            <a:fld id="{E0FFFE1A-4519-6C4C-8D32-D82A0BEE47CD}" type="datetimeFigureOut">
              <a:rPr lang="en-US" smtClean="0"/>
              <a:pPr/>
              <a:t>4/30/2026</a:t>
            </a:fld>
            <a:endParaRPr lang="en-US" dirty="0"/>
          </a:p>
        </p:txBody>
      </p:sp>
      <p:sp>
        <p:nvSpPr>
          <p:cNvPr id="14" name="Footer Placeholder 13">
            <a:extLst>
              <a:ext uri="{FF2B5EF4-FFF2-40B4-BE49-F238E27FC236}">
                <a16:creationId xmlns:a16="http://schemas.microsoft.com/office/drawing/2014/main" id="{CA348893-9462-4A49-D185-62A9A8F5F203}"/>
              </a:ext>
            </a:extLst>
          </p:cNvPr>
          <p:cNvSpPr>
            <a:spLocks noGrp="1"/>
          </p:cNvSpPr>
          <p:nvPr>
            <p:ph type="ftr" sz="quarter" idx="20"/>
          </p:nvPr>
        </p:nvSpPr>
        <p:spPr/>
        <p:txBody>
          <a:bodyPr/>
          <a:lstStyle/>
          <a:p>
            <a:endParaRPr lang="en-US" dirty="0"/>
          </a:p>
        </p:txBody>
      </p:sp>
      <p:sp>
        <p:nvSpPr>
          <p:cNvPr id="16" name="Slide Number Placeholder 15">
            <a:extLst>
              <a:ext uri="{FF2B5EF4-FFF2-40B4-BE49-F238E27FC236}">
                <a16:creationId xmlns:a16="http://schemas.microsoft.com/office/drawing/2014/main" id="{EDE23A03-EF3E-7255-2FB5-C707FCB74D91}"/>
              </a:ext>
            </a:extLst>
          </p:cNvPr>
          <p:cNvSpPr>
            <a:spLocks noGrp="1"/>
          </p:cNvSpPr>
          <p:nvPr>
            <p:ph type="sldNum" sz="quarter" idx="21"/>
          </p:nvPr>
        </p:nvSpPr>
        <p:spPr/>
        <p:txBody>
          <a:body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16302505"/>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A18BC8C6-35B9-C036-CA03-0C8EA1A933AE}"/>
              </a:ext>
            </a:extLst>
          </p:cNvPr>
          <p:cNvSpPr>
            <a:spLocks noGrp="1"/>
          </p:cNvSpPr>
          <p:nvPr>
            <p:ph type="pic" sz="quarter" idx="10"/>
          </p:nvPr>
        </p:nvSpPr>
        <p:spPr>
          <a:xfrm>
            <a:off x="0" y="0"/>
            <a:ext cx="12192000" cy="6858000"/>
          </a:xfrm>
          <a:custGeom>
            <a:avLst/>
            <a:gdLst>
              <a:gd name="connsiteX0" fmla="*/ 7881870 w 12192000"/>
              <a:gd name="connsiteY0" fmla="*/ 4706950 h 6858000"/>
              <a:gd name="connsiteX1" fmla="*/ 7881870 w 12192000"/>
              <a:gd name="connsiteY1" fmla="*/ 4801395 h 6858000"/>
              <a:gd name="connsiteX2" fmla="*/ 11480440 w 12192000"/>
              <a:gd name="connsiteY2" fmla="*/ 4801395 h 6858000"/>
              <a:gd name="connsiteX3" fmla="*/ 11480440 w 12192000"/>
              <a:gd name="connsiteY3" fmla="*/ 4706950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7881870" y="4706950"/>
                </a:moveTo>
                <a:lnTo>
                  <a:pt x="7881870" y="4801395"/>
                </a:lnTo>
                <a:lnTo>
                  <a:pt x="11480440" y="4801395"/>
                </a:lnTo>
                <a:lnTo>
                  <a:pt x="11480440" y="4706950"/>
                </a:lnTo>
                <a:close/>
                <a:moveTo>
                  <a:pt x="0" y="0"/>
                </a:moveTo>
                <a:lnTo>
                  <a:pt x="12192000" y="0"/>
                </a:lnTo>
                <a:lnTo>
                  <a:pt x="12192000" y="6858000"/>
                </a:lnTo>
                <a:lnTo>
                  <a:pt x="0" y="6858000"/>
                </a:lnTo>
                <a:close/>
              </a:path>
            </a:pathLst>
          </a:custGeom>
        </p:spPr>
        <p:txBody>
          <a:bodyPr wrap="square">
            <a:noAutofit/>
          </a:bodyPr>
          <a:lstStyle>
            <a:lvl1pPr marL="0" indent="0">
              <a:buNone/>
              <a:defRPr/>
            </a:lvl1pPr>
          </a:lstStyle>
          <a:p>
            <a:r>
              <a:rPr lang="en-US"/>
              <a:t>Click icon to add picture</a:t>
            </a:r>
            <a:endParaRPr lang="en-US" dirty="0"/>
          </a:p>
        </p:txBody>
      </p:sp>
      <p:sp>
        <p:nvSpPr>
          <p:cNvPr id="11" name="Picture Placeholder 10">
            <a:extLst>
              <a:ext uri="{FF2B5EF4-FFF2-40B4-BE49-F238E27FC236}">
                <a16:creationId xmlns:a16="http://schemas.microsoft.com/office/drawing/2014/main" id="{7264F71F-8DAD-043D-8E24-73AD0F243D4E}"/>
              </a:ext>
            </a:extLst>
          </p:cNvPr>
          <p:cNvSpPr>
            <a:spLocks noGrp="1"/>
          </p:cNvSpPr>
          <p:nvPr>
            <p:ph type="pic" sz="quarter" idx="11"/>
          </p:nvPr>
        </p:nvSpPr>
        <p:spPr>
          <a:xfrm>
            <a:off x="1014761" y="691376"/>
            <a:ext cx="7386554" cy="5475248"/>
          </a:xfrm>
          <a:custGeom>
            <a:avLst/>
            <a:gdLst>
              <a:gd name="connsiteX0" fmla="*/ 0 w 7386554"/>
              <a:gd name="connsiteY0" fmla="*/ 0 h 5475248"/>
              <a:gd name="connsiteX1" fmla="*/ 7386554 w 7386554"/>
              <a:gd name="connsiteY1" fmla="*/ 0 h 5475248"/>
              <a:gd name="connsiteX2" fmla="*/ 7386554 w 7386554"/>
              <a:gd name="connsiteY2" fmla="*/ 4015574 h 5475248"/>
              <a:gd name="connsiteX3" fmla="*/ 6867109 w 7386554"/>
              <a:gd name="connsiteY3" fmla="*/ 4015574 h 5475248"/>
              <a:gd name="connsiteX4" fmla="*/ 6867109 w 7386554"/>
              <a:gd name="connsiteY4" fmla="*/ 4110019 h 5475248"/>
              <a:gd name="connsiteX5" fmla="*/ 7386554 w 7386554"/>
              <a:gd name="connsiteY5" fmla="*/ 4110019 h 5475248"/>
              <a:gd name="connsiteX6" fmla="*/ 7386554 w 7386554"/>
              <a:gd name="connsiteY6" fmla="*/ 5475248 h 5475248"/>
              <a:gd name="connsiteX7" fmla="*/ 0 w 7386554"/>
              <a:gd name="connsiteY7" fmla="*/ 5475248 h 5475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386554" h="5475248">
                <a:moveTo>
                  <a:pt x="0" y="0"/>
                </a:moveTo>
                <a:lnTo>
                  <a:pt x="7386554" y="0"/>
                </a:lnTo>
                <a:lnTo>
                  <a:pt x="7386554" y="4015574"/>
                </a:lnTo>
                <a:lnTo>
                  <a:pt x="6867109" y="4015574"/>
                </a:lnTo>
                <a:lnTo>
                  <a:pt x="6867109" y="4110019"/>
                </a:lnTo>
                <a:lnTo>
                  <a:pt x="7386554" y="4110019"/>
                </a:lnTo>
                <a:lnTo>
                  <a:pt x="7386554" y="5475248"/>
                </a:lnTo>
                <a:lnTo>
                  <a:pt x="0" y="5475248"/>
                </a:lnTo>
                <a:close/>
              </a:path>
            </a:pathLst>
          </a:custGeom>
        </p:spPr>
        <p:txBody>
          <a:bodyPr wrap="square">
            <a:noAutofit/>
          </a:bodyPr>
          <a:lstStyle>
            <a:lvl1pPr marL="0" indent="0">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B7DC26C7-4A35-5289-EDCF-18144343F391}"/>
              </a:ext>
            </a:extLst>
          </p:cNvPr>
          <p:cNvSpPr>
            <a:spLocks noGrp="1"/>
          </p:cNvSpPr>
          <p:nvPr>
            <p:ph type="title"/>
          </p:nvPr>
        </p:nvSpPr>
        <p:spPr>
          <a:xfrm>
            <a:off x="7778836" y="1604019"/>
            <a:ext cx="3992451" cy="1325563"/>
          </a:xfrm>
        </p:spPr>
        <p:txBody>
          <a:bodyPr anchor="b">
            <a:noAutofit/>
          </a:bodyPr>
          <a:lstStyle>
            <a:lvl1pPr>
              <a:defRPr sz="4000">
                <a:solidFill>
                  <a:schemeClr val="accent2"/>
                </a:solidFill>
              </a:defRPr>
            </a:lvl1pPr>
          </a:lstStyle>
          <a:p>
            <a:r>
              <a:rPr lang="en-US"/>
              <a:t>Click to edit Master title style</a:t>
            </a:r>
            <a:endParaRPr lang="en-US" dirty="0"/>
          </a:p>
        </p:txBody>
      </p:sp>
      <p:sp>
        <p:nvSpPr>
          <p:cNvPr id="19" name="Text Placeholder 18">
            <a:extLst>
              <a:ext uri="{FF2B5EF4-FFF2-40B4-BE49-F238E27FC236}">
                <a16:creationId xmlns:a16="http://schemas.microsoft.com/office/drawing/2014/main" id="{702A49C3-707F-F367-9A69-6FB934102DB1}"/>
              </a:ext>
            </a:extLst>
          </p:cNvPr>
          <p:cNvSpPr>
            <a:spLocks noGrp="1"/>
          </p:cNvSpPr>
          <p:nvPr>
            <p:ph type="body" sz="quarter" idx="12"/>
          </p:nvPr>
        </p:nvSpPr>
        <p:spPr>
          <a:xfrm>
            <a:off x="7778836" y="2928070"/>
            <a:ext cx="3992451" cy="1463675"/>
          </a:xfrm>
        </p:spPr>
        <p:txBody>
          <a:bodyPr>
            <a:noAutofit/>
          </a:bodyPr>
          <a:lstStyle>
            <a:lvl1pPr marL="0" indent="0">
              <a:lnSpc>
                <a:spcPts val="6840"/>
              </a:lnSpc>
              <a:spcBef>
                <a:spcPts val="0"/>
              </a:spcBef>
              <a:buNone/>
              <a:defRPr sz="6000" b="1">
                <a:latin typeface="+mj-lt"/>
              </a:defRPr>
            </a:lvl1pPr>
          </a:lstStyle>
          <a:p>
            <a:pPr lvl="0"/>
            <a:r>
              <a:rPr lang="en-US"/>
              <a:t>Click to edit Master text styles</a:t>
            </a:r>
          </a:p>
        </p:txBody>
      </p:sp>
      <p:sp>
        <p:nvSpPr>
          <p:cNvPr id="12" name="Rectangle 11">
            <a:extLst>
              <a:ext uri="{FF2B5EF4-FFF2-40B4-BE49-F238E27FC236}">
                <a16:creationId xmlns:a16="http://schemas.microsoft.com/office/drawing/2014/main" id="{68468F32-B930-E0A8-7CED-8ADA357FECF2}"/>
              </a:ext>
            </a:extLst>
          </p:cNvPr>
          <p:cNvSpPr/>
          <p:nvPr userDrawn="1"/>
        </p:nvSpPr>
        <p:spPr>
          <a:xfrm rot="5400000">
            <a:off x="9633932" y="2954887"/>
            <a:ext cx="94445" cy="359857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3130628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46E6A2-7E2F-3170-F29A-EF2FDCEFC9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876320-FE4D-BE06-C461-01FB3852E4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CA49560-BF57-7E24-3F66-16FCDA5CFE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defRPr>
            </a:lvl1pPr>
          </a:lstStyle>
          <a:p>
            <a:fld id="{E0FFFE1A-4519-6C4C-8D32-D82A0BEE47CD}" type="datetimeFigureOut">
              <a:rPr lang="en-US" smtClean="0"/>
              <a:pPr/>
              <a:t>4/30/2026</a:t>
            </a:fld>
            <a:endParaRPr lang="en-US" dirty="0"/>
          </a:p>
        </p:txBody>
      </p:sp>
      <p:sp>
        <p:nvSpPr>
          <p:cNvPr id="5" name="Footer Placeholder 4">
            <a:extLst>
              <a:ext uri="{FF2B5EF4-FFF2-40B4-BE49-F238E27FC236}">
                <a16:creationId xmlns:a16="http://schemas.microsoft.com/office/drawing/2014/main" id="{97547965-E2FF-47E0-6409-8B88AF182C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1AA9AFCF-E67D-3614-BF9E-C8EF4EC01CD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defRPr>
            </a:lvl1pPr>
          </a:lstStyle>
          <a:p>
            <a:fld id="{9D2DFC8B-0312-8D45-8DBF-3A58D4273E90}" type="slidenum">
              <a:rPr lang="en-US" smtClean="0"/>
              <a:pPr/>
              <a:t>‹Nº›</a:t>
            </a:fld>
            <a:endParaRPr lang="en-US" dirty="0"/>
          </a:p>
        </p:txBody>
      </p:sp>
    </p:spTree>
    <p:extLst>
      <p:ext uri="{BB962C8B-B14F-4D97-AF65-F5344CB8AC3E}">
        <p14:creationId xmlns:p14="http://schemas.microsoft.com/office/powerpoint/2010/main" val="2480116120"/>
      </p:ext>
    </p:extLst>
  </p:cSld>
  <p:clrMap bg1="lt1" tx1="dk1" bg2="lt2" tx2="dk2" accent1="accent1" accent2="accent2" accent3="accent3" accent4="accent4" accent5="accent5" accent6="accent6" hlink="hlink" folHlink="folHlink"/>
  <p:sldLayoutIdLst>
    <p:sldLayoutId id="2147483656" r:id="rId1"/>
    <p:sldLayoutId id="2147483659" r:id="rId2"/>
    <p:sldLayoutId id="2147483658" r:id="rId3"/>
    <p:sldLayoutId id="2147483657" r:id="rId4"/>
    <p:sldLayoutId id="2147483660" r:id="rId5"/>
    <p:sldLayoutId id="2147483661" r:id="rId6"/>
    <p:sldLayoutId id="2147483662" r:id="rId7"/>
    <p:sldLayoutId id="2147483663" r:id="rId8"/>
    <p:sldLayoutId id="2147483664" r:id="rId9"/>
  </p:sldLayoutIdLst>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xStyles>
    <p:titleStyle>
      <a:lvl1pPr algn="l" defTabSz="914400" rtl="0" eaLnBrk="1" latinLnBrk="0" hangingPunct="1">
        <a:lnSpc>
          <a:spcPts val="6840"/>
        </a:lnSpc>
        <a:spcBef>
          <a:spcPct val="0"/>
        </a:spcBef>
        <a:buNone/>
        <a:defRPr sz="48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6.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9.jp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image" Target="../media/image1.png"/><Relationship Id="rId1" Type="http://schemas.openxmlformats.org/officeDocument/2006/relationships/slideLayout" Target="../slideLayouts/slideLayout9.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forest">
            <a:extLst>
              <a:ext uri="{FF2B5EF4-FFF2-40B4-BE49-F238E27FC236}">
                <a16:creationId xmlns:a16="http://schemas.microsoft.com/office/drawing/2014/main" id="{E05E10AD-2DA0-5E81-6953-6CB581085E45}"/>
              </a:ext>
            </a:extLst>
          </p:cNvPr>
          <p:cNvPicPr>
            <a:picLocks noGrp="1" noChangeAspect="1"/>
          </p:cNvPicPr>
          <p:nvPr>
            <p:ph type="pic" sz="quarter" idx="10"/>
          </p:nvPr>
        </p:nvPicPr>
        <p:blipFill>
          <a:blip r:embed="rId2"/>
          <a:srcRect/>
          <a:stretch/>
        </p:blipFill>
        <p:spPr>
          <a:xfrm>
            <a:off x="0" y="0"/>
            <a:ext cx="12192000" cy="6858000"/>
          </a:xfrm>
        </p:spPr>
      </p:pic>
      <p:pic>
        <p:nvPicPr>
          <p:cNvPr id="28" name="Picture Placeholder 27">
            <a:extLst>
              <a:ext uri="{FF2B5EF4-FFF2-40B4-BE49-F238E27FC236}">
                <a16:creationId xmlns:a16="http://schemas.microsoft.com/office/drawing/2014/main" id="{80974DC0-3D20-4711-F0B2-B265286BE8E3}"/>
              </a:ext>
            </a:extLst>
          </p:cNvPr>
          <p:cNvPicPr>
            <a:picLocks noGrp="1" noChangeAspect="1"/>
          </p:cNvPicPr>
          <p:nvPr>
            <p:ph type="pic" sz="quarter" idx="11"/>
          </p:nvPr>
        </p:nvPicPr>
        <p:blipFill>
          <a:blip r:embed="rId3"/>
          <a:srcRect l="12666" r="12666"/>
          <a:stretch/>
        </p:blipFill>
        <p:spPr>
          <a:xfrm>
            <a:off x="4251124" y="691376"/>
            <a:ext cx="7268086" cy="5475248"/>
          </a:xfrm>
          <a:effectLst>
            <a:innerShdw blurRad="114300">
              <a:prstClr val="black"/>
            </a:innerShdw>
          </a:effectLst>
        </p:spPr>
      </p:pic>
      <p:sp>
        <p:nvSpPr>
          <p:cNvPr id="8" name="Title 7">
            <a:extLst>
              <a:ext uri="{FF2B5EF4-FFF2-40B4-BE49-F238E27FC236}">
                <a16:creationId xmlns:a16="http://schemas.microsoft.com/office/drawing/2014/main" id="{33C58803-B2E7-9BB2-A617-4D7EA775227B}"/>
              </a:ext>
            </a:extLst>
          </p:cNvPr>
          <p:cNvSpPr>
            <a:spLocks noGrp="1"/>
          </p:cNvSpPr>
          <p:nvPr>
            <p:ph type="title"/>
          </p:nvPr>
        </p:nvSpPr>
        <p:spPr>
          <a:xfrm>
            <a:off x="1368206" y="1839804"/>
            <a:ext cx="5197033" cy="2767537"/>
          </a:xfrm>
        </p:spPr>
        <p:txBody>
          <a:bodyPr>
            <a:noAutofit/>
          </a:bodyPr>
          <a:lstStyle/>
          <a:p>
            <a:r>
              <a:rPr lang="en-US" sz="2000" dirty="0">
                <a:solidFill>
                  <a:schemeClr val="bg1">
                    <a:lumMod val="95000"/>
                  </a:schemeClr>
                </a:solidFill>
              </a:rPr>
              <a:t>|Yael Ordaz|</a:t>
            </a:r>
            <a:br>
              <a:rPr lang="en-US" sz="2000" dirty="0">
                <a:solidFill>
                  <a:schemeClr val="bg1">
                    <a:lumMod val="95000"/>
                  </a:schemeClr>
                </a:solidFill>
              </a:rPr>
            </a:br>
            <a:r>
              <a:rPr lang="en-US" sz="2000" dirty="0">
                <a:solidFill>
                  <a:schemeClr val="bg1">
                    <a:lumMod val="95000"/>
                  </a:schemeClr>
                </a:solidFill>
              </a:rPr>
              <a:t>|Santiago Hernández|</a:t>
            </a:r>
            <a:br>
              <a:rPr lang="en-US" sz="2000" dirty="0">
                <a:solidFill>
                  <a:schemeClr val="bg1">
                    <a:lumMod val="95000"/>
                  </a:schemeClr>
                </a:solidFill>
              </a:rPr>
            </a:br>
            <a:r>
              <a:rPr lang="en-US" sz="2000" dirty="0">
                <a:solidFill>
                  <a:schemeClr val="bg1">
                    <a:lumMod val="95000"/>
                  </a:schemeClr>
                </a:solidFill>
              </a:rPr>
              <a:t>|Manuel Montero|</a:t>
            </a:r>
          </a:p>
        </p:txBody>
      </p:sp>
      <p:sp>
        <p:nvSpPr>
          <p:cNvPr id="10" name="Text Placeholder 9">
            <a:extLst>
              <a:ext uri="{FF2B5EF4-FFF2-40B4-BE49-F238E27FC236}">
                <a16:creationId xmlns:a16="http://schemas.microsoft.com/office/drawing/2014/main" id="{A8A543E4-C3CB-D874-8B3C-43D6DABB69D3}"/>
              </a:ext>
            </a:extLst>
          </p:cNvPr>
          <p:cNvSpPr>
            <a:spLocks noGrp="1"/>
          </p:cNvSpPr>
          <p:nvPr>
            <p:ph type="body" sz="quarter" idx="12"/>
          </p:nvPr>
        </p:nvSpPr>
        <p:spPr>
          <a:xfrm>
            <a:off x="1368206" y="4702949"/>
            <a:ext cx="3699701" cy="1463675"/>
          </a:xfrm>
        </p:spPr>
        <p:txBody>
          <a:bodyPr/>
          <a:lstStyle/>
          <a:p>
            <a:r>
              <a:rPr lang="en-US" sz="4800" dirty="0"/>
              <a:t>EQUIPO7</a:t>
            </a:r>
          </a:p>
        </p:txBody>
      </p:sp>
      <p:sp>
        <p:nvSpPr>
          <p:cNvPr id="9" name="Title 7">
            <a:extLst>
              <a:ext uri="{FF2B5EF4-FFF2-40B4-BE49-F238E27FC236}">
                <a16:creationId xmlns:a16="http://schemas.microsoft.com/office/drawing/2014/main" id="{F756B045-367E-01CE-064A-AA7B58944D89}"/>
              </a:ext>
            </a:extLst>
          </p:cNvPr>
          <p:cNvSpPr txBox="1">
            <a:spLocks/>
          </p:cNvSpPr>
          <p:nvPr/>
        </p:nvSpPr>
        <p:spPr>
          <a:xfrm>
            <a:off x="118552" y="6134702"/>
            <a:ext cx="5197033" cy="624885"/>
          </a:xfrm>
          <a:prstGeom prst="rect">
            <a:avLst/>
          </a:prstGeom>
        </p:spPr>
        <p:txBody>
          <a:bodyPr vert="horz" lIns="91440" tIns="45720" rIns="91440" bIns="45720" rtlCol="0" anchor="b">
            <a:noAutofit/>
          </a:bodyPr>
          <a:lstStyle>
            <a:lvl1pPr algn="l" defTabSz="914400" rtl="0" eaLnBrk="1" latinLnBrk="0" hangingPunct="1">
              <a:lnSpc>
                <a:spcPts val="6840"/>
              </a:lnSpc>
              <a:spcBef>
                <a:spcPct val="0"/>
              </a:spcBef>
              <a:buNone/>
              <a:defRPr sz="4800" b="1" kern="1200">
                <a:solidFill>
                  <a:schemeClr val="accent2"/>
                </a:solidFill>
                <a:latin typeface="+mj-lt"/>
                <a:ea typeface="+mj-ea"/>
                <a:cs typeface="+mj-cs"/>
              </a:defRPr>
            </a:lvl1pPr>
          </a:lstStyle>
          <a:p>
            <a:r>
              <a:rPr lang="en-US" sz="2000" dirty="0"/>
              <a:t>A01786776 – A01787550 – A01660761</a:t>
            </a:r>
          </a:p>
        </p:txBody>
      </p:sp>
      <p:pic>
        <p:nvPicPr>
          <p:cNvPr id="12" name="Picture 11">
            <a:extLst>
              <a:ext uri="{FF2B5EF4-FFF2-40B4-BE49-F238E27FC236}">
                <a16:creationId xmlns:a16="http://schemas.microsoft.com/office/drawing/2014/main" id="{7418F070-2A46-3E74-A978-18A76A07572E}"/>
              </a:ext>
            </a:extLst>
          </p:cNvPr>
          <p:cNvPicPr>
            <a:picLocks noChangeAspect="1"/>
          </p:cNvPicPr>
          <p:nvPr/>
        </p:nvPicPr>
        <p:blipFill>
          <a:blip r:embed="rId4"/>
          <a:stretch>
            <a:fillRect/>
          </a:stretch>
        </p:blipFill>
        <p:spPr>
          <a:xfrm>
            <a:off x="11448564" y="6134702"/>
            <a:ext cx="624884" cy="624884"/>
          </a:xfrm>
          <a:prstGeom prst="rect">
            <a:avLst/>
          </a:prstGeom>
        </p:spPr>
      </p:pic>
      <p:pic>
        <p:nvPicPr>
          <p:cNvPr id="14" name="Picture 13">
            <a:extLst>
              <a:ext uri="{FF2B5EF4-FFF2-40B4-BE49-F238E27FC236}">
                <a16:creationId xmlns:a16="http://schemas.microsoft.com/office/drawing/2014/main" id="{EE9CB5B8-701C-E89B-477B-D4F0B03A67F4}"/>
              </a:ext>
            </a:extLst>
          </p:cNvPr>
          <p:cNvPicPr>
            <a:picLocks noChangeAspect="1"/>
          </p:cNvPicPr>
          <p:nvPr/>
        </p:nvPicPr>
        <p:blipFill>
          <a:blip r:embed="rId5"/>
          <a:stretch>
            <a:fillRect/>
          </a:stretch>
        </p:blipFill>
        <p:spPr>
          <a:xfrm rot="20659915">
            <a:off x="-728522" y="232337"/>
            <a:ext cx="5708169" cy="1969615"/>
          </a:xfrm>
          <a:prstGeom prst="rect">
            <a:avLst/>
          </a:prstGeom>
          <a:effectLst>
            <a:glow rad="139700">
              <a:schemeClr val="accent2">
                <a:satMod val="175000"/>
                <a:alpha val="40000"/>
              </a:schemeClr>
            </a:glow>
          </a:effectLst>
        </p:spPr>
      </p:pic>
    </p:spTree>
    <p:extLst>
      <p:ext uri="{BB962C8B-B14F-4D97-AF65-F5344CB8AC3E}">
        <p14:creationId xmlns:p14="http://schemas.microsoft.com/office/powerpoint/2010/main" val="92928693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4" descr="A forest">
            <a:extLst>
              <a:ext uri="{FF2B5EF4-FFF2-40B4-BE49-F238E27FC236}">
                <a16:creationId xmlns:a16="http://schemas.microsoft.com/office/drawing/2014/main" id="{92CE7C19-C5AF-4E6A-361C-3DD732B755B4}"/>
              </a:ext>
            </a:extLst>
          </p:cNvPr>
          <p:cNvPicPr>
            <a:picLocks noGrp="1" noChangeAspect="1"/>
          </p:cNvPicPr>
          <p:nvPr>
            <p:ph type="pic" sz="quarter" idx="17"/>
          </p:nvPr>
        </p:nvPicPr>
        <p:blipFill>
          <a:blip r:embed="rId2"/>
          <a:srcRect/>
          <a:stretch/>
        </p:blipFill>
        <p:spPr>
          <a:xfrm>
            <a:off x="0" y="-4"/>
            <a:ext cx="12192000" cy="6858000"/>
          </a:xfrm>
        </p:spPr>
      </p:pic>
      <p:sp>
        <p:nvSpPr>
          <p:cNvPr id="5" name="Title 4">
            <a:extLst>
              <a:ext uri="{FF2B5EF4-FFF2-40B4-BE49-F238E27FC236}">
                <a16:creationId xmlns:a16="http://schemas.microsoft.com/office/drawing/2014/main" id="{008BCD55-EA8D-D932-6CE8-1D844B26AD70}"/>
              </a:ext>
            </a:extLst>
          </p:cNvPr>
          <p:cNvSpPr>
            <a:spLocks noGrp="1"/>
          </p:cNvSpPr>
          <p:nvPr>
            <p:ph type="title"/>
          </p:nvPr>
        </p:nvSpPr>
        <p:spPr>
          <a:xfrm>
            <a:off x="7836666" y="1006028"/>
            <a:ext cx="3923211" cy="738664"/>
          </a:xfrm>
        </p:spPr>
        <p:txBody>
          <a:bodyPr>
            <a:normAutofit/>
          </a:bodyPr>
          <a:lstStyle/>
          <a:p>
            <a:r>
              <a:rPr lang="en-US" sz="3200" dirty="0"/>
              <a:t>¿QUÉ HICIMOS?</a:t>
            </a:r>
          </a:p>
        </p:txBody>
      </p:sp>
      <p:pic>
        <p:nvPicPr>
          <p:cNvPr id="8" name="Picture Placeholder 7">
            <a:extLst>
              <a:ext uri="{FF2B5EF4-FFF2-40B4-BE49-F238E27FC236}">
                <a16:creationId xmlns:a16="http://schemas.microsoft.com/office/drawing/2014/main" id="{6B7C7128-0D7E-9DE4-B97F-C87800A49DA1}"/>
              </a:ext>
            </a:extLst>
          </p:cNvPr>
          <p:cNvPicPr>
            <a:picLocks noGrp="1" noChangeAspect="1"/>
          </p:cNvPicPr>
          <p:nvPr>
            <p:ph type="pic" sz="quarter" idx="14"/>
          </p:nvPr>
        </p:nvPicPr>
        <p:blipFill>
          <a:blip r:embed="rId3"/>
          <a:srcRect t="16759" b="16759"/>
          <a:stretch/>
        </p:blipFill>
        <p:spPr>
          <a:xfrm>
            <a:off x="953834" y="679593"/>
            <a:ext cx="5995516" cy="2495370"/>
          </a:xfrm>
        </p:spPr>
      </p:pic>
      <p:pic>
        <p:nvPicPr>
          <p:cNvPr id="10" name="Picture Placeholder 9">
            <a:extLst>
              <a:ext uri="{FF2B5EF4-FFF2-40B4-BE49-F238E27FC236}">
                <a16:creationId xmlns:a16="http://schemas.microsoft.com/office/drawing/2014/main" id="{E30909C6-F9B7-8A84-6983-8063FBF80AC1}"/>
              </a:ext>
            </a:extLst>
          </p:cNvPr>
          <p:cNvPicPr>
            <a:picLocks noGrp="1" noChangeAspect="1"/>
          </p:cNvPicPr>
          <p:nvPr>
            <p:ph type="pic" sz="quarter" idx="16"/>
          </p:nvPr>
        </p:nvPicPr>
        <p:blipFill>
          <a:blip r:embed="rId4"/>
          <a:srcRect t="4945" b="4945"/>
          <a:stretch/>
        </p:blipFill>
        <p:spPr>
          <a:xfrm>
            <a:off x="2059888" y="3448161"/>
            <a:ext cx="4889464" cy="2740763"/>
          </a:xfrm>
        </p:spPr>
      </p:pic>
      <p:pic>
        <p:nvPicPr>
          <p:cNvPr id="9" name="Picture Placeholder 8">
            <a:extLst>
              <a:ext uri="{FF2B5EF4-FFF2-40B4-BE49-F238E27FC236}">
                <a16:creationId xmlns:a16="http://schemas.microsoft.com/office/drawing/2014/main" id="{72C5B4B6-226A-D919-7803-9DAC559AD9F0}"/>
              </a:ext>
            </a:extLst>
          </p:cNvPr>
          <p:cNvPicPr>
            <a:picLocks noGrp="1" noChangeAspect="1"/>
          </p:cNvPicPr>
          <p:nvPr>
            <p:ph type="pic" sz="quarter" idx="18"/>
          </p:nvPr>
        </p:nvPicPr>
        <p:blipFill>
          <a:blip r:embed="rId5"/>
          <a:srcRect l="17798" r="17798"/>
          <a:stretch/>
        </p:blipFill>
        <p:spPr>
          <a:xfrm>
            <a:off x="7207376" y="2247813"/>
            <a:ext cx="4050403" cy="3918809"/>
          </a:xfrm>
        </p:spPr>
      </p:pic>
      <p:pic>
        <p:nvPicPr>
          <p:cNvPr id="2" name="Picture 1">
            <a:extLst>
              <a:ext uri="{FF2B5EF4-FFF2-40B4-BE49-F238E27FC236}">
                <a16:creationId xmlns:a16="http://schemas.microsoft.com/office/drawing/2014/main" id="{AAA96EF2-B558-46D1-DAC7-A776EE7AC670}"/>
              </a:ext>
            </a:extLst>
          </p:cNvPr>
          <p:cNvPicPr>
            <a:picLocks noChangeAspect="1"/>
          </p:cNvPicPr>
          <p:nvPr/>
        </p:nvPicPr>
        <p:blipFill>
          <a:blip r:embed="rId6"/>
          <a:stretch>
            <a:fillRect/>
          </a:stretch>
        </p:blipFill>
        <p:spPr>
          <a:xfrm>
            <a:off x="11448564" y="6134702"/>
            <a:ext cx="624884" cy="624884"/>
          </a:xfrm>
          <a:prstGeom prst="rect">
            <a:avLst/>
          </a:prstGeom>
        </p:spPr>
      </p:pic>
    </p:spTree>
    <p:extLst>
      <p:ext uri="{BB962C8B-B14F-4D97-AF65-F5344CB8AC3E}">
        <p14:creationId xmlns:p14="http://schemas.microsoft.com/office/powerpoint/2010/main" val="337199603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forest">
            <a:extLst>
              <a:ext uri="{FF2B5EF4-FFF2-40B4-BE49-F238E27FC236}">
                <a16:creationId xmlns:a16="http://schemas.microsoft.com/office/drawing/2014/main" id="{2B70B0DD-46CA-E089-2D60-58351C998D28}"/>
              </a:ext>
            </a:extLst>
          </p:cNvPr>
          <p:cNvPicPr>
            <a:picLocks noGrp="1" noChangeAspect="1"/>
          </p:cNvPicPr>
          <p:nvPr>
            <p:ph type="pic" sz="quarter" idx="17"/>
          </p:nvPr>
        </p:nvPicPr>
        <p:blipFill>
          <a:blip r:embed="rId2"/>
          <a:srcRect/>
          <a:stretch/>
        </p:blipFill>
        <p:spPr>
          <a:xfrm>
            <a:off x="0" y="-4"/>
            <a:ext cx="12192000" cy="6858000"/>
          </a:xfrm>
        </p:spPr>
      </p:pic>
      <p:sp>
        <p:nvSpPr>
          <p:cNvPr id="4" name="Title 3">
            <a:extLst>
              <a:ext uri="{FF2B5EF4-FFF2-40B4-BE49-F238E27FC236}">
                <a16:creationId xmlns:a16="http://schemas.microsoft.com/office/drawing/2014/main" id="{17AB4F1D-7222-2230-E921-08A083E59612}"/>
              </a:ext>
            </a:extLst>
          </p:cNvPr>
          <p:cNvSpPr>
            <a:spLocks noGrp="1"/>
          </p:cNvSpPr>
          <p:nvPr>
            <p:ph type="title"/>
          </p:nvPr>
        </p:nvSpPr>
        <p:spPr>
          <a:xfrm>
            <a:off x="1293735" y="4938504"/>
            <a:ext cx="3421114" cy="738664"/>
          </a:xfrm>
        </p:spPr>
        <p:txBody>
          <a:bodyPr>
            <a:normAutofit/>
          </a:bodyPr>
          <a:lstStyle/>
          <a:p>
            <a:r>
              <a:rPr lang="en-US" sz="2000" dirty="0"/>
              <a:t>NUESTRAS INSPIRACIONES</a:t>
            </a:r>
          </a:p>
        </p:txBody>
      </p:sp>
      <p:pic>
        <p:nvPicPr>
          <p:cNvPr id="8" name="Picture Placeholder 7">
            <a:extLst>
              <a:ext uri="{FF2B5EF4-FFF2-40B4-BE49-F238E27FC236}">
                <a16:creationId xmlns:a16="http://schemas.microsoft.com/office/drawing/2014/main" id="{15BA69EB-BD86-4EE7-8DA0-E91F614C7DC8}"/>
              </a:ext>
            </a:extLst>
          </p:cNvPr>
          <p:cNvPicPr>
            <a:picLocks noGrp="1" noChangeAspect="1"/>
          </p:cNvPicPr>
          <p:nvPr>
            <p:ph type="pic" sz="quarter" idx="14"/>
          </p:nvPr>
        </p:nvPicPr>
        <p:blipFill>
          <a:blip r:embed="rId3"/>
          <a:srcRect l="13528" r="13528"/>
          <a:stretch/>
        </p:blipFill>
        <p:spPr>
          <a:xfrm>
            <a:off x="815800" y="1485900"/>
            <a:ext cx="4050402" cy="3124737"/>
          </a:xfrm>
        </p:spPr>
      </p:pic>
      <p:pic>
        <p:nvPicPr>
          <p:cNvPr id="7" name="Picture Placeholder 6">
            <a:extLst>
              <a:ext uri="{FF2B5EF4-FFF2-40B4-BE49-F238E27FC236}">
                <a16:creationId xmlns:a16="http://schemas.microsoft.com/office/drawing/2014/main" id="{B5AD4E45-B4CF-03E8-8C4A-B8F17BAB573F}"/>
              </a:ext>
            </a:extLst>
          </p:cNvPr>
          <p:cNvPicPr>
            <a:picLocks noGrp="1" noChangeAspect="1"/>
          </p:cNvPicPr>
          <p:nvPr>
            <p:ph type="pic" sz="quarter" idx="18"/>
          </p:nvPr>
        </p:nvPicPr>
        <p:blipFill>
          <a:blip r:embed="rId4"/>
          <a:srcRect l="17684" r="17684"/>
          <a:stretch/>
        </p:blipFill>
        <p:spPr>
          <a:xfrm>
            <a:off x="5102862" y="691376"/>
            <a:ext cx="6319907" cy="5497548"/>
          </a:xfrm>
        </p:spPr>
      </p:pic>
      <p:pic>
        <p:nvPicPr>
          <p:cNvPr id="2" name="Picture 1">
            <a:extLst>
              <a:ext uri="{FF2B5EF4-FFF2-40B4-BE49-F238E27FC236}">
                <a16:creationId xmlns:a16="http://schemas.microsoft.com/office/drawing/2014/main" id="{EE91BCB8-B8FB-14FF-5F08-FD29BF244264}"/>
              </a:ext>
            </a:extLst>
          </p:cNvPr>
          <p:cNvPicPr>
            <a:picLocks noChangeAspect="1"/>
          </p:cNvPicPr>
          <p:nvPr/>
        </p:nvPicPr>
        <p:blipFill>
          <a:blip r:embed="rId5"/>
          <a:stretch>
            <a:fillRect/>
          </a:stretch>
        </p:blipFill>
        <p:spPr>
          <a:xfrm>
            <a:off x="11448564" y="6134702"/>
            <a:ext cx="624884" cy="624884"/>
          </a:xfrm>
          <a:prstGeom prst="rect">
            <a:avLst/>
          </a:prstGeom>
        </p:spPr>
      </p:pic>
    </p:spTree>
    <p:extLst>
      <p:ext uri="{BB962C8B-B14F-4D97-AF65-F5344CB8AC3E}">
        <p14:creationId xmlns:p14="http://schemas.microsoft.com/office/powerpoint/2010/main" val="4138132063"/>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Placeholder 14" descr="A forest">
            <a:extLst>
              <a:ext uri="{FF2B5EF4-FFF2-40B4-BE49-F238E27FC236}">
                <a16:creationId xmlns:a16="http://schemas.microsoft.com/office/drawing/2014/main" id="{3D8FF88E-D86B-BECF-A456-809CC887E32D}"/>
              </a:ext>
            </a:extLst>
          </p:cNvPr>
          <p:cNvPicPr>
            <a:picLocks noGrp="1" noChangeAspect="1"/>
          </p:cNvPicPr>
          <p:nvPr>
            <p:ph type="pic" sz="quarter" idx="13"/>
          </p:nvPr>
        </p:nvPicPr>
        <p:blipFill>
          <a:blip r:embed="rId2"/>
          <a:srcRect/>
          <a:stretch/>
        </p:blipFill>
        <p:spPr>
          <a:xfrm>
            <a:off x="0" y="0"/>
            <a:ext cx="12192000" cy="6858000"/>
          </a:xfrm>
        </p:spPr>
      </p:pic>
      <p:sp>
        <p:nvSpPr>
          <p:cNvPr id="7" name="Title 6">
            <a:extLst>
              <a:ext uri="{FF2B5EF4-FFF2-40B4-BE49-F238E27FC236}">
                <a16:creationId xmlns:a16="http://schemas.microsoft.com/office/drawing/2014/main" id="{9DE31A46-006C-1602-05DD-19D804080F2C}"/>
              </a:ext>
            </a:extLst>
          </p:cNvPr>
          <p:cNvSpPr>
            <a:spLocks noGrp="1"/>
          </p:cNvSpPr>
          <p:nvPr>
            <p:ph type="title"/>
          </p:nvPr>
        </p:nvSpPr>
        <p:spPr>
          <a:xfrm>
            <a:off x="7563624" y="5225726"/>
            <a:ext cx="3421114" cy="738664"/>
          </a:xfrm>
        </p:spPr>
        <p:txBody>
          <a:bodyPr>
            <a:normAutofit/>
          </a:bodyPr>
          <a:lstStyle/>
          <a:p>
            <a:r>
              <a:rPr lang="es-MX" sz="2000" dirty="0"/>
              <a:t>C</a:t>
            </a:r>
            <a:r>
              <a:rPr lang="en-US" sz="2000" dirty="0"/>
              <a:t>OMPLICACIONES/RETOS GENERALES</a:t>
            </a:r>
          </a:p>
        </p:txBody>
      </p:sp>
      <p:pic>
        <p:nvPicPr>
          <p:cNvPr id="13" name="Picture Placeholder 12">
            <a:extLst>
              <a:ext uri="{FF2B5EF4-FFF2-40B4-BE49-F238E27FC236}">
                <a16:creationId xmlns:a16="http://schemas.microsoft.com/office/drawing/2014/main" id="{2D2580F8-CE99-1D9F-C9DD-A141CB2D7CC9}"/>
              </a:ext>
            </a:extLst>
          </p:cNvPr>
          <p:cNvPicPr>
            <a:picLocks noGrp="1" noChangeAspect="1"/>
          </p:cNvPicPr>
          <p:nvPr>
            <p:ph type="pic" sz="quarter" idx="16"/>
          </p:nvPr>
        </p:nvPicPr>
        <p:blipFill>
          <a:blip r:embed="rId3"/>
          <a:srcRect t="658" b="658"/>
          <a:stretch/>
        </p:blipFill>
        <p:spPr>
          <a:xfrm>
            <a:off x="1099170" y="691374"/>
            <a:ext cx="5548262" cy="5475247"/>
          </a:xfrm>
        </p:spPr>
      </p:pic>
      <p:pic>
        <p:nvPicPr>
          <p:cNvPr id="14" name="Picture Placeholder 13">
            <a:extLst>
              <a:ext uri="{FF2B5EF4-FFF2-40B4-BE49-F238E27FC236}">
                <a16:creationId xmlns:a16="http://schemas.microsoft.com/office/drawing/2014/main" id="{CE8E937C-BDA9-D138-A249-7D6BE49FAC3E}"/>
              </a:ext>
            </a:extLst>
          </p:cNvPr>
          <p:cNvPicPr>
            <a:picLocks noGrp="1" noChangeAspect="1"/>
          </p:cNvPicPr>
          <p:nvPr>
            <p:ph type="pic" sz="quarter" idx="14"/>
          </p:nvPr>
        </p:nvPicPr>
        <p:blipFill>
          <a:blip r:embed="rId4"/>
          <a:srcRect l="7174" r="7174"/>
          <a:stretch/>
        </p:blipFill>
        <p:spPr>
          <a:xfrm>
            <a:off x="6923182" y="1412110"/>
            <a:ext cx="5023012" cy="3432876"/>
          </a:xfrm>
        </p:spPr>
      </p:pic>
      <p:pic>
        <p:nvPicPr>
          <p:cNvPr id="2" name="Picture 1">
            <a:extLst>
              <a:ext uri="{FF2B5EF4-FFF2-40B4-BE49-F238E27FC236}">
                <a16:creationId xmlns:a16="http://schemas.microsoft.com/office/drawing/2014/main" id="{7EFE11E4-3351-A118-E4A9-341D73297193}"/>
              </a:ext>
            </a:extLst>
          </p:cNvPr>
          <p:cNvPicPr>
            <a:picLocks noChangeAspect="1"/>
          </p:cNvPicPr>
          <p:nvPr/>
        </p:nvPicPr>
        <p:blipFill>
          <a:blip r:embed="rId5"/>
          <a:stretch>
            <a:fillRect/>
          </a:stretch>
        </p:blipFill>
        <p:spPr>
          <a:xfrm>
            <a:off x="11448564" y="6134702"/>
            <a:ext cx="624884" cy="624884"/>
          </a:xfrm>
          <a:prstGeom prst="rect">
            <a:avLst/>
          </a:prstGeom>
        </p:spPr>
      </p:pic>
    </p:spTree>
    <p:extLst>
      <p:ext uri="{BB962C8B-B14F-4D97-AF65-F5344CB8AC3E}">
        <p14:creationId xmlns:p14="http://schemas.microsoft.com/office/powerpoint/2010/main" val="1418700250"/>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descr="A forest">
            <a:extLst>
              <a:ext uri="{FF2B5EF4-FFF2-40B4-BE49-F238E27FC236}">
                <a16:creationId xmlns:a16="http://schemas.microsoft.com/office/drawing/2014/main" id="{F7A69163-A4F6-52B6-CAB3-347491B40208}"/>
              </a:ext>
            </a:extLst>
          </p:cNvPr>
          <p:cNvPicPr>
            <a:picLocks noGrp="1" noChangeAspect="1"/>
          </p:cNvPicPr>
          <p:nvPr>
            <p:ph type="pic" sz="quarter" idx="10"/>
          </p:nvPr>
        </p:nvPicPr>
        <p:blipFill>
          <a:blip r:embed="rId2"/>
          <a:srcRect/>
          <a:stretch/>
        </p:blipFill>
        <p:spPr>
          <a:xfrm>
            <a:off x="0" y="0"/>
            <a:ext cx="12192000" cy="6858000"/>
          </a:xfrm>
        </p:spPr>
      </p:pic>
      <p:pic>
        <p:nvPicPr>
          <p:cNvPr id="7" name="Picture Placeholder 6">
            <a:extLst>
              <a:ext uri="{FF2B5EF4-FFF2-40B4-BE49-F238E27FC236}">
                <a16:creationId xmlns:a16="http://schemas.microsoft.com/office/drawing/2014/main" id="{64376A73-1AC6-CE77-7C99-A56417098673}"/>
              </a:ext>
            </a:extLst>
          </p:cNvPr>
          <p:cNvPicPr>
            <a:picLocks noGrp="1" noChangeAspect="1"/>
          </p:cNvPicPr>
          <p:nvPr>
            <p:ph type="pic" sz="quarter" idx="11"/>
          </p:nvPr>
        </p:nvPicPr>
        <p:blipFill>
          <a:blip r:embed="rId3"/>
          <a:srcRect l="12479" r="12479"/>
          <a:stretch/>
        </p:blipFill>
        <p:spPr>
          <a:xfrm>
            <a:off x="1014761" y="691376"/>
            <a:ext cx="7386554" cy="5475248"/>
          </a:xfrm>
        </p:spPr>
      </p:pic>
      <p:sp>
        <p:nvSpPr>
          <p:cNvPr id="3" name="Title 2">
            <a:extLst>
              <a:ext uri="{FF2B5EF4-FFF2-40B4-BE49-F238E27FC236}">
                <a16:creationId xmlns:a16="http://schemas.microsoft.com/office/drawing/2014/main" id="{53AF3DD1-D4B7-2AEF-BB43-779BB4EAB0D9}"/>
              </a:ext>
            </a:extLst>
          </p:cNvPr>
          <p:cNvSpPr>
            <a:spLocks noGrp="1"/>
          </p:cNvSpPr>
          <p:nvPr>
            <p:ph type="title"/>
          </p:nvPr>
        </p:nvSpPr>
        <p:spPr>
          <a:xfrm>
            <a:off x="7975013" y="261356"/>
            <a:ext cx="3992451" cy="1325563"/>
          </a:xfrm>
        </p:spPr>
        <p:txBody>
          <a:bodyPr/>
          <a:lstStyle/>
          <a:p>
            <a:r>
              <a:rPr lang="en-US" dirty="0"/>
              <a:t>¿QUÉ APRENDIMOS?</a:t>
            </a:r>
          </a:p>
        </p:txBody>
      </p:sp>
      <p:pic>
        <p:nvPicPr>
          <p:cNvPr id="2" name="Picture 1">
            <a:extLst>
              <a:ext uri="{FF2B5EF4-FFF2-40B4-BE49-F238E27FC236}">
                <a16:creationId xmlns:a16="http://schemas.microsoft.com/office/drawing/2014/main" id="{AA780551-B6BC-1AC9-5890-122F91F09BD1}"/>
              </a:ext>
            </a:extLst>
          </p:cNvPr>
          <p:cNvPicPr>
            <a:picLocks noChangeAspect="1"/>
          </p:cNvPicPr>
          <p:nvPr/>
        </p:nvPicPr>
        <p:blipFill>
          <a:blip r:embed="rId4"/>
          <a:stretch>
            <a:fillRect/>
          </a:stretch>
        </p:blipFill>
        <p:spPr>
          <a:xfrm>
            <a:off x="11448564" y="6134702"/>
            <a:ext cx="624884" cy="624884"/>
          </a:xfrm>
          <a:prstGeom prst="rect">
            <a:avLst/>
          </a:prstGeom>
        </p:spPr>
      </p:pic>
      <p:sp>
        <p:nvSpPr>
          <p:cNvPr id="8" name="TextBox 7">
            <a:extLst>
              <a:ext uri="{FF2B5EF4-FFF2-40B4-BE49-F238E27FC236}">
                <a16:creationId xmlns:a16="http://schemas.microsoft.com/office/drawing/2014/main" id="{B0060458-68E0-C6F2-D4FA-4A914A450C41}"/>
              </a:ext>
            </a:extLst>
          </p:cNvPr>
          <p:cNvSpPr txBox="1"/>
          <p:nvPr/>
        </p:nvSpPr>
        <p:spPr>
          <a:xfrm>
            <a:off x="7975012" y="2098801"/>
            <a:ext cx="3992451" cy="4247317"/>
          </a:xfrm>
          <a:prstGeom prst="rect">
            <a:avLst/>
          </a:prstGeom>
          <a:noFill/>
        </p:spPr>
        <p:txBody>
          <a:bodyPr wrap="square" rtlCol="0">
            <a:spAutoFit/>
          </a:bodyPr>
          <a:lstStyle/>
          <a:p>
            <a:pPr algn="r"/>
            <a:r>
              <a:rPr lang="es-ES" b="1" dirty="0">
                <a:solidFill>
                  <a:schemeClr val="bg1">
                    <a:lumMod val="95000"/>
                  </a:schemeClr>
                </a:solidFill>
              </a:rPr>
              <a:t>Aprendimos a autogestionarnos, y a adentrarnos al mundo del desarrollo tecnológico (o web, para ser más exactos). Este curso nos dejó las bases para trabajos más complicados, serios y variados; enseñándonos lo que termina siendo prioridad para cumplir con cierto(s) objetivo(s).</a:t>
            </a:r>
          </a:p>
          <a:p>
            <a:pPr algn="r"/>
            <a:endParaRPr lang="es-ES" b="1" dirty="0">
              <a:solidFill>
                <a:schemeClr val="bg1">
                  <a:lumMod val="95000"/>
                </a:schemeClr>
              </a:solidFill>
            </a:endParaRPr>
          </a:p>
          <a:p>
            <a:pPr algn="r"/>
            <a:r>
              <a:rPr lang="es-ES" b="1" dirty="0">
                <a:solidFill>
                  <a:schemeClr val="bg1">
                    <a:lumMod val="95000"/>
                  </a:schemeClr>
                </a:solidFill>
              </a:rPr>
              <a:t> Nos permitió desarrollar nuestras competencias en cuanto al trabajo en equipo, y cómo organizar un proyecto de esta magnitud, principalmente.</a:t>
            </a:r>
            <a:endParaRPr lang="en-CA" b="1" dirty="0">
              <a:solidFill>
                <a:schemeClr val="bg1">
                  <a:lumMod val="95000"/>
                </a:schemeClr>
              </a:solidFill>
            </a:endParaRPr>
          </a:p>
        </p:txBody>
      </p:sp>
    </p:spTree>
    <p:extLst>
      <p:ext uri="{BB962C8B-B14F-4D97-AF65-F5344CB8AC3E}">
        <p14:creationId xmlns:p14="http://schemas.microsoft.com/office/powerpoint/2010/main" val="845748332"/>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Placeholder 14" descr="A forest">
            <a:extLst>
              <a:ext uri="{FF2B5EF4-FFF2-40B4-BE49-F238E27FC236}">
                <a16:creationId xmlns:a16="http://schemas.microsoft.com/office/drawing/2014/main" id="{E3629A47-53D7-81DD-E065-2AC4EC8A4BD0}"/>
              </a:ext>
            </a:extLst>
          </p:cNvPr>
          <p:cNvPicPr>
            <a:picLocks noGrp="1" noChangeAspect="1"/>
          </p:cNvPicPr>
          <p:nvPr>
            <p:ph type="pic" sz="quarter" idx="17"/>
          </p:nvPr>
        </p:nvPicPr>
        <p:blipFill>
          <a:blip r:embed="rId2"/>
          <a:srcRect/>
          <a:stretch/>
        </p:blipFill>
        <p:spPr>
          <a:xfrm>
            <a:off x="0" y="-4"/>
            <a:ext cx="12192000" cy="6858000"/>
          </a:xfrm>
        </p:spPr>
      </p:pic>
      <p:sp>
        <p:nvSpPr>
          <p:cNvPr id="6" name="Title 5">
            <a:extLst>
              <a:ext uri="{FF2B5EF4-FFF2-40B4-BE49-F238E27FC236}">
                <a16:creationId xmlns:a16="http://schemas.microsoft.com/office/drawing/2014/main" id="{616DEAC3-8FFC-399B-79BB-D1636D178569}"/>
              </a:ext>
            </a:extLst>
          </p:cNvPr>
          <p:cNvSpPr>
            <a:spLocks noGrp="1"/>
          </p:cNvSpPr>
          <p:nvPr>
            <p:ph type="title"/>
          </p:nvPr>
        </p:nvSpPr>
        <p:spPr>
          <a:xfrm>
            <a:off x="1184094" y="1504656"/>
            <a:ext cx="3421114" cy="738664"/>
          </a:xfrm>
        </p:spPr>
        <p:txBody>
          <a:bodyPr>
            <a:normAutofit fontScale="90000"/>
          </a:bodyPr>
          <a:lstStyle/>
          <a:p>
            <a:r>
              <a:rPr lang="es-MX" dirty="0"/>
              <a:t>Este proyecto me brindó aprendizaje valioso para desarrollar mis competencias y darme una idea de cómo se organizan equipos en el desarrollo de un videojuego. En el pasado ya he colaborado en proyectos grandes con varias personas y con metodologías Agile, por lo que ya tenía una idea de este proceso. Sin embargo, nunca había colaborado en un videojuego, lo cual tiene otras implicaciones importantes y muy distintas a lo que había hecho, como la creación de </a:t>
            </a:r>
            <a:r>
              <a:rPr lang="es-MX" dirty="0" err="1"/>
              <a:t>sprites</a:t>
            </a:r>
            <a:r>
              <a:rPr lang="es-MX" dirty="0"/>
              <a:t> y mucho arte, o el uso extensivo de escenas. - SANTIAGO</a:t>
            </a:r>
            <a:endParaRPr lang="en-US" dirty="0"/>
          </a:p>
        </p:txBody>
      </p:sp>
      <p:pic>
        <p:nvPicPr>
          <p:cNvPr id="2" name="Picture 1">
            <a:extLst>
              <a:ext uri="{FF2B5EF4-FFF2-40B4-BE49-F238E27FC236}">
                <a16:creationId xmlns:a16="http://schemas.microsoft.com/office/drawing/2014/main" id="{DD210F13-1E0B-AC17-AC43-FAEAD4420609}"/>
              </a:ext>
            </a:extLst>
          </p:cNvPr>
          <p:cNvPicPr>
            <a:picLocks noChangeAspect="1"/>
          </p:cNvPicPr>
          <p:nvPr/>
        </p:nvPicPr>
        <p:blipFill>
          <a:blip r:embed="rId3"/>
          <a:stretch>
            <a:fillRect/>
          </a:stretch>
        </p:blipFill>
        <p:spPr>
          <a:xfrm>
            <a:off x="11448564" y="6134702"/>
            <a:ext cx="624884" cy="624884"/>
          </a:xfrm>
          <a:prstGeom prst="rect">
            <a:avLst/>
          </a:prstGeom>
        </p:spPr>
      </p:pic>
      <p:sp>
        <p:nvSpPr>
          <p:cNvPr id="14" name="Title 2">
            <a:extLst>
              <a:ext uri="{FF2B5EF4-FFF2-40B4-BE49-F238E27FC236}">
                <a16:creationId xmlns:a16="http://schemas.microsoft.com/office/drawing/2014/main" id="{8D6015A9-9160-2298-7582-ADBD7FE43447}"/>
              </a:ext>
            </a:extLst>
          </p:cNvPr>
          <p:cNvSpPr txBox="1">
            <a:spLocks/>
          </p:cNvSpPr>
          <p:nvPr/>
        </p:nvSpPr>
        <p:spPr>
          <a:xfrm>
            <a:off x="2998840" y="-190928"/>
            <a:ext cx="6500728" cy="1325563"/>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1400" b="0" kern="1200">
                <a:solidFill>
                  <a:schemeClr val="bg1"/>
                </a:solidFill>
                <a:latin typeface="+mn-lt"/>
                <a:ea typeface="+mj-ea"/>
                <a:cs typeface="+mj-cs"/>
              </a:defRPr>
            </a:lvl1pPr>
          </a:lstStyle>
          <a:p>
            <a:r>
              <a:rPr lang="en-US" sz="2800" dirty="0">
                <a:solidFill>
                  <a:schemeClr val="accent2"/>
                </a:solidFill>
              </a:rPr>
              <a:t>NUESTRAS REFLEXIONES</a:t>
            </a:r>
          </a:p>
        </p:txBody>
      </p:sp>
      <p:sp>
        <p:nvSpPr>
          <p:cNvPr id="15" name="Title 5">
            <a:extLst>
              <a:ext uri="{FF2B5EF4-FFF2-40B4-BE49-F238E27FC236}">
                <a16:creationId xmlns:a16="http://schemas.microsoft.com/office/drawing/2014/main" id="{4443A6CA-6A3B-0641-915C-EC3560797F8D}"/>
              </a:ext>
            </a:extLst>
          </p:cNvPr>
          <p:cNvSpPr txBox="1">
            <a:spLocks/>
          </p:cNvSpPr>
          <p:nvPr/>
        </p:nvSpPr>
        <p:spPr>
          <a:xfrm>
            <a:off x="6990043" y="1325558"/>
            <a:ext cx="3421114" cy="2410700"/>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100000"/>
              </a:lnSpc>
              <a:spcBef>
                <a:spcPct val="0"/>
              </a:spcBef>
              <a:buNone/>
              <a:defRPr sz="1400" b="0" kern="1200">
                <a:solidFill>
                  <a:schemeClr val="bg1"/>
                </a:solidFill>
                <a:latin typeface="+mn-lt"/>
                <a:ea typeface="+mj-ea"/>
                <a:cs typeface="+mj-cs"/>
              </a:defRPr>
            </a:lvl1pPr>
          </a:lstStyle>
          <a:p>
            <a:pPr algn="r"/>
            <a:r>
              <a:rPr lang="es-MX" dirty="0"/>
              <a:t>En lo personal, este curso me permitió aprender a auto gestionarme y dar mis primeros pasos dentro del desarrollo web ya de una forma más especializada. Más allá de los conocimientos técnicos, me dejó bases importantes para enfrentar proyectos más complejos en el futuro, entendiendo mejor qué aspectos son realmente prioritarios para cumplir objetivos. También fortalecí mis habilidades para trabajar en equipo y comprendí mejor cómo organizar y estructurar un proyecto de esta magnitud, lo cual considero clave para mi formación. - YAEL</a:t>
            </a:r>
            <a:endParaRPr lang="en-US" dirty="0"/>
          </a:p>
        </p:txBody>
      </p:sp>
      <p:sp>
        <p:nvSpPr>
          <p:cNvPr id="16" name="Title 5">
            <a:extLst>
              <a:ext uri="{FF2B5EF4-FFF2-40B4-BE49-F238E27FC236}">
                <a16:creationId xmlns:a16="http://schemas.microsoft.com/office/drawing/2014/main" id="{DDB719FD-6FE2-2E64-2988-5D089B53C4A4}"/>
              </a:ext>
            </a:extLst>
          </p:cNvPr>
          <p:cNvSpPr txBox="1">
            <a:spLocks/>
          </p:cNvSpPr>
          <p:nvPr/>
        </p:nvSpPr>
        <p:spPr>
          <a:xfrm>
            <a:off x="3288198" y="3827868"/>
            <a:ext cx="3421114" cy="2410700"/>
          </a:xfrm>
          <a:prstGeom prst="rect">
            <a:avLst/>
          </a:prstGeom>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1400" b="0" kern="1200">
                <a:solidFill>
                  <a:schemeClr val="bg1"/>
                </a:solidFill>
                <a:latin typeface="+mn-lt"/>
                <a:ea typeface="+mj-ea"/>
                <a:cs typeface="+mj-cs"/>
              </a:defRPr>
            </a:lvl1pPr>
          </a:lstStyle>
          <a:p>
            <a:pPr algn="ctr"/>
            <a:r>
              <a:rPr lang="es-MX" dirty="0"/>
              <a:t>Sin duda que el curso me abrió las puertas a lo que constará el resto de mi carrera; no voy a mentir, fue una experiencia agridulce. Dejándome el interés por continuar, así como la mala experiencia de la presión tan persistente que involucró. Estoy dispuesto a mejorar como programador/desarrollador, porque vaya que este curso me dejo bastante que aprender y por mejorar.</a:t>
            </a:r>
            <a:endParaRPr lang="en-US" dirty="0"/>
          </a:p>
        </p:txBody>
      </p:sp>
    </p:spTree>
    <p:extLst>
      <p:ext uri="{BB962C8B-B14F-4D97-AF65-F5344CB8AC3E}">
        <p14:creationId xmlns:p14="http://schemas.microsoft.com/office/powerpoint/2010/main" val="3008335079"/>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258FF-FBA4-6602-2F90-186A249831BA}"/>
            </a:ext>
          </a:extLst>
        </p:cNvPr>
        <p:cNvGrpSpPr/>
        <p:nvPr/>
      </p:nvGrpSpPr>
      <p:grpSpPr>
        <a:xfrm>
          <a:off x="0" y="0"/>
          <a:ext cx="0" cy="0"/>
          <a:chOff x="0" y="0"/>
          <a:chExt cx="0" cy="0"/>
        </a:xfrm>
      </p:grpSpPr>
      <p:pic>
        <p:nvPicPr>
          <p:cNvPr id="15" name="Picture Placeholder 14" descr="A forest">
            <a:extLst>
              <a:ext uri="{FF2B5EF4-FFF2-40B4-BE49-F238E27FC236}">
                <a16:creationId xmlns:a16="http://schemas.microsoft.com/office/drawing/2014/main" id="{F9C3C5A0-656E-9F3B-9EE8-DA3C9A8D9226}"/>
              </a:ext>
            </a:extLst>
          </p:cNvPr>
          <p:cNvPicPr>
            <a:picLocks noGrp="1" noChangeAspect="1"/>
          </p:cNvPicPr>
          <p:nvPr>
            <p:ph type="pic" sz="quarter" idx="10"/>
          </p:nvPr>
        </p:nvPicPr>
        <p:blipFill>
          <a:blip r:embed="rId2"/>
          <a:srcRect/>
          <a:stretch/>
        </p:blipFill>
        <p:spPr>
          <a:xfrm>
            <a:off x="0" y="0"/>
            <a:ext cx="12192000" cy="6858000"/>
          </a:xfrm>
        </p:spPr>
      </p:pic>
      <p:sp>
        <p:nvSpPr>
          <p:cNvPr id="8" name="Title 7">
            <a:extLst>
              <a:ext uri="{FF2B5EF4-FFF2-40B4-BE49-F238E27FC236}">
                <a16:creationId xmlns:a16="http://schemas.microsoft.com/office/drawing/2014/main" id="{B6BCDC6C-CDEF-C78E-D50B-58021B96E345}"/>
              </a:ext>
            </a:extLst>
          </p:cNvPr>
          <p:cNvSpPr>
            <a:spLocks noGrp="1"/>
          </p:cNvSpPr>
          <p:nvPr>
            <p:ph type="title"/>
          </p:nvPr>
        </p:nvSpPr>
        <p:spPr>
          <a:xfrm>
            <a:off x="118552" y="5246680"/>
            <a:ext cx="5197033" cy="1178341"/>
          </a:xfrm>
        </p:spPr>
        <p:txBody>
          <a:bodyPr>
            <a:noAutofit/>
          </a:bodyPr>
          <a:lstStyle/>
          <a:p>
            <a:pPr>
              <a:lnSpc>
                <a:spcPct val="100000"/>
              </a:lnSpc>
            </a:pPr>
            <a:r>
              <a:rPr lang="en-US" sz="2000" dirty="0">
                <a:solidFill>
                  <a:schemeClr val="bg1">
                    <a:lumMod val="95000"/>
                  </a:schemeClr>
                </a:solidFill>
              </a:rPr>
              <a:t>|Yael Ordaz|</a:t>
            </a:r>
            <a:br>
              <a:rPr lang="en-US" sz="2000" dirty="0">
                <a:solidFill>
                  <a:schemeClr val="bg1">
                    <a:lumMod val="95000"/>
                  </a:schemeClr>
                </a:solidFill>
              </a:rPr>
            </a:br>
            <a:r>
              <a:rPr lang="en-US" sz="2000" dirty="0">
                <a:solidFill>
                  <a:schemeClr val="bg1">
                    <a:lumMod val="95000"/>
                  </a:schemeClr>
                </a:solidFill>
              </a:rPr>
              <a:t>|Santiago Hernández|</a:t>
            </a:r>
            <a:br>
              <a:rPr lang="en-US" sz="2000" dirty="0">
                <a:solidFill>
                  <a:schemeClr val="bg1">
                    <a:lumMod val="95000"/>
                  </a:schemeClr>
                </a:solidFill>
              </a:rPr>
            </a:br>
            <a:r>
              <a:rPr lang="en-US" sz="2000" dirty="0">
                <a:solidFill>
                  <a:schemeClr val="bg1">
                    <a:lumMod val="95000"/>
                  </a:schemeClr>
                </a:solidFill>
              </a:rPr>
              <a:t>|Manuel Montero|</a:t>
            </a:r>
          </a:p>
        </p:txBody>
      </p:sp>
      <p:sp>
        <p:nvSpPr>
          <p:cNvPr id="10" name="Text Placeholder 9">
            <a:extLst>
              <a:ext uri="{FF2B5EF4-FFF2-40B4-BE49-F238E27FC236}">
                <a16:creationId xmlns:a16="http://schemas.microsoft.com/office/drawing/2014/main" id="{A845B9DF-488F-F299-884E-DF31BE1B9AC4}"/>
              </a:ext>
            </a:extLst>
          </p:cNvPr>
          <p:cNvSpPr>
            <a:spLocks noGrp="1"/>
          </p:cNvSpPr>
          <p:nvPr>
            <p:ph type="body" sz="quarter" idx="12"/>
          </p:nvPr>
        </p:nvSpPr>
        <p:spPr>
          <a:xfrm>
            <a:off x="1378038" y="3886872"/>
            <a:ext cx="3699701" cy="1463675"/>
          </a:xfrm>
        </p:spPr>
        <p:txBody>
          <a:bodyPr/>
          <a:lstStyle/>
          <a:p>
            <a:r>
              <a:rPr lang="en-US" sz="4800" dirty="0"/>
              <a:t>GRACIAS!</a:t>
            </a:r>
          </a:p>
        </p:txBody>
      </p:sp>
      <p:sp>
        <p:nvSpPr>
          <p:cNvPr id="9" name="Title 7">
            <a:extLst>
              <a:ext uri="{FF2B5EF4-FFF2-40B4-BE49-F238E27FC236}">
                <a16:creationId xmlns:a16="http://schemas.microsoft.com/office/drawing/2014/main" id="{51C1F930-1F4C-6E8A-031A-14F2439ED8DF}"/>
              </a:ext>
            </a:extLst>
          </p:cNvPr>
          <p:cNvSpPr txBox="1">
            <a:spLocks/>
          </p:cNvSpPr>
          <p:nvPr/>
        </p:nvSpPr>
        <p:spPr>
          <a:xfrm>
            <a:off x="118552" y="6134702"/>
            <a:ext cx="5197033" cy="624885"/>
          </a:xfrm>
          <a:prstGeom prst="rect">
            <a:avLst/>
          </a:prstGeom>
        </p:spPr>
        <p:txBody>
          <a:bodyPr vert="horz" lIns="91440" tIns="45720" rIns="91440" bIns="45720" rtlCol="0" anchor="b">
            <a:noAutofit/>
          </a:bodyPr>
          <a:lstStyle>
            <a:lvl1pPr algn="l" defTabSz="914400" rtl="0" eaLnBrk="1" latinLnBrk="0" hangingPunct="1">
              <a:lnSpc>
                <a:spcPts val="6840"/>
              </a:lnSpc>
              <a:spcBef>
                <a:spcPct val="0"/>
              </a:spcBef>
              <a:buNone/>
              <a:defRPr sz="4800" b="1" kern="1200">
                <a:solidFill>
                  <a:schemeClr val="accent2"/>
                </a:solidFill>
                <a:latin typeface="+mj-lt"/>
                <a:ea typeface="+mj-ea"/>
                <a:cs typeface="+mj-cs"/>
              </a:defRPr>
            </a:lvl1pPr>
          </a:lstStyle>
          <a:p>
            <a:r>
              <a:rPr lang="en-US" sz="2000" dirty="0"/>
              <a:t>A01786776 – A01787550 – A01660761</a:t>
            </a:r>
          </a:p>
        </p:txBody>
      </p:sp>
      <p:pic>
        <p:nvPicPr>
          <p:cNvPr id="12" name="Picture 11">
            <a:extLst>
              <a:ext uri="{FF2B5EF4-FFF2-40B4-BE49-F238E27FC236}">
                <a16:creationId xmlns:a16="http://schemas.microsoft.com/office/drawing/2014/main" id="{1FF327FB-46AD-1A34-F566-1F0766320D92}"/>
              </a:ext>
            </a:extLst>
          </p:cNvPr>
          <p:cNvPicPr>
            <a:picLocks noChangeAspect="1"/>
          </p:cNvPicPr>
          <p:nvPr/>
        </p:nvPicPr>
        <p:blipFill>
          <a:blip r:embed="rId3"/>
          <a:stretch>
            <a:fillRect/>
          </a:stretch>
        </p:blipFill>
        <p:spPr>
          <a:xfrm>
            <a:off x="11448564" y="6134702"/>
            <a:ext cx="624884" cy="624884"/>
          </a:xfrm>
          <a:prstGeom prst="rect">
            <a:avLst/>
          </a:prstGeom>
        </p:spPr>
      </p:pic>
    </p:spTree>
    <p:extLst>
      <p:ext uri="{BB962C8B-B14F-4D97-AF65-F5344CB8AC3E}">
        <p14:creationId xmlns:p14="http://schemas.microsoft.com/office/powerpoint/2010/main" val="2940654339"/>
      </p:ext>
    </p:extLst>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sld>
</file>

<file path=ppt/theme/theme1.xml><?xml version="1.0" encoding="utf-8"?>
<a:theme xmlns:a="http://schemas.openxmlformats.org/drawingml/2006/main" name="Custom">
  <a:themeElements>
    <a:clrScheme name="ModernBold-V1">
      <a:dk1>
        <a:srgbClr val="000000"/>
      </a:dk1>
      <a:lt1>
        <a:srgbClr val="FFFFFF"/>
      </a:lt1>
      <a:dk2>
        <a:srgbClr val="52CF96"/>
      </a:dk2>
      <a:lt2>
        <a:srgbClr val="E8E8E8"/>
      </a:lt2>
      <a:accent1>
        <a:srgbClr val="FB3E43"/>
      </a:accent1>
      <a:accent2>
        <a:srgbClr val="FECE2F"/>
      </a:accent2>
      <a:accent3>
        <a:srgbClr val="209DFA"/>
      </a:accent3>
      <a:accent4>
        <a:srgbClr val="EF1B79"/>
      </a:accent4>
      <a:accent5>
        <a:srgbClr val="57B9AD"/>
      </a:accent5>
      <a:accent6>
        <a:srgbClr val="B6E0E7"/>
      </a:accent6>
      <a:hlink>
        <a:srgbClr val="467886"/>
      </a:hlink>
      <a:folHlink>
        <a:srgbClr val="96607D"/>
      </a:folHlink>
    </a:clrScheme>
    <a:fontScheme name="Custom 51">
      <a:majorFont>
        <a:latin typeface="Century Gothic"/>
        <a:ea typeface=""/>
        <a:cs typeface=""/>
      </a:majorFont>
      <a:minorFont>
        <a:latin typeface="Gill Sans Nov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odernBold_win32_CP_v4" id="{4514E702-D6D0-4861-9095-E63AB3599BC8}" vid="{EA97D25B-1306-4D0A-A4AF-2683F723BF6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2844FE0-80EE-45B0-B80A-ECEC0471DBE7}">
  <ds:schemaRefs>
    <ds:schemaRef ds:uri="http://schemas.microsoft.com/sharepoint/v3/contenttype/forms"/>
  </ds:schemaRefs>
</ds:datastoreItem>
</file>

<file path=customXml/itemProps2.xml><?xml version="1.0" encoding="utf-8"?>
<ds:datastoreItem xmlns:ds="http://schemas.openxmlformats.org/officeDocument/2006/customXml" ds:itemID="{E7D4AA12-9D07-4C0B-B394-1BFB0873B08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51D2F91-654D-41AD-9B49-EE83D97CECE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Tranquil forest photo slideshow</Template>
  <TotalTime>384</TotalTime>
  <Words>393</Words>
  <Application>Microsoft Office PowerPoint</Application>
  <PresentationFormat>Panorámica</PresentationFormat>
  <Paragraphs>17</Paragraphs>
  <Slides>7</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7</vt:i4>
      </vt:variant>
    </vt:vector>
  </HeadingPairs>
  <TitlesOfParts>
    <vt:vector size="12" baseType="lpstr">
      <vt:lpstr>Aptos</vt:lpstr>
      <vt:lpstr>Arial</vt:lpstr>
      <vt:lpstr>Century Gothic</vt:lpstr>
      <vt:lpstr>Gill Sans Nova</vt:lpstr>
      <vt:lpstr>Custom</vt:lpstr>
      <vt:lpstr>|Yael Ordaz| |Santiago Hernández| |Manuel Montero|</vt:lpstr>
      <vt:lpstr>¿QUÉ HICIMOS?</vt:lpstr>
      <vt:lpstr>NUESTRAS INSPIRACIONES</vt:lpstr>
      <vt:lpstr>COMPLICACIONES/RETOS GENERALES</vt:lpstr>
      <vt:lpstr>¿QUÉ APRENDIMOS?</vt:lpstr>
      <vt:lpstr>Este proyecto me brindó aprendizaje valioso para desarrollar mis competencias y darme una idea de cómo se organizan equipos en el desarrollo de un videojuego. En el pasado ya he colaborado en proyectos grandes con varias personas y con metodologías Agile, por lo que ya tenía una idea de este proceso. Sin embargo, nunca había colaborado en un videojuego, lo cual tiene otras implicaciones importantes y muy distintas a lo que había hecho, como la creación de sprites y mucho arte, o el uso extensivo de escenas. - SANTIAGO</vt:lpstr>
      <vt:lpstr>|Yael Ordaz| |Santiago Hernández| |Manuel Montero|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MTX M</dc:creator>
  <cp:lastModifiedBy>Juan Manuel Montero Martínez</cp:lastModifiedBy>
  <cp:revision>1</cp:revision>
  <dcterms:created xsi:type="dcterms:W3CDTF">2026-04-30T05:06:20Z</dcterms:created>
  <dcterms:modified xsi:type="dcterms:W3CDTF">2026-04-30T16:20:16Z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